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5"/>
  </p:notesMasterIdLst>
  <p:handoutMasterIdLst>
    <p:handoutMasterId r:id="rId16"/>
  </p:handoutMasterIdLst>
  <p:sldIdLst>
    <p:sldId id="259" r:id="rId5"/>
    <p:sldId id="267" r:id="rId6"/>
    <p:sldId id="305" r:id="rId7"/>
    <p:sldId id="306" r:id="rId8"/>
    <p:sldId id="307" r:id="rId9"/>
    <p:sldId id="308" r:id="rId10"/>
    <p:sldId id="309" r:id="rId11"/>
    <p:sldId id="312" r:id="rId12"/>
    <p:sldId id="314" r:id="rId13"/>
    <p:sldId id="31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3D4"/>
    <a:srgbClr val="EE8D95"/>
    <a:srgbClr val="FCFBFA"/>
    <a:srgbClr val="AED7E8"/>
    <a:srgbClr val="AB90A7"/>
    <a:srgbClr val="EA4C57"/>
    <a:srgbClr val="E83441"/>
    <a:srgbClr val="97111B"/>
    <a:srgbClr val="3D3D3D"/>
    <a:srgbClr val="FEF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0C3FF-AF5C-4EF7-897E-8BAF71B7B5B9}" v="124" dt="2021-03-09T06:27:57.953"/>
    <p1510:client id="{6F3D8856-7138-0E45-B58E-6130791228DF}" v="19" dt="2021-03-09T07:29:22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재현(IT융합공학과)" userId="fc3a5534-0176-40e4-a0af-2818e472cfc6" providerId="ADAL" clId="{4340C3FF-AF5C-4EF7-897E-8BAF71B7B5B9}"/>
    <pc:docChg chg="undo custSel addSld modSld">
      <pc:chgData name="김재현(IT융합공학과)" userId="fc3a5534-0176-40e4-a0af-2818e472cfc6" providerId="ADAL" clId="{4340C3FF-AF5C-4EF7-897E-8BAF71B7B5B9}" dt="2021-03-09T06:27:57.953" v="119" actId="404"/>
      <pc:docMkLst>
        <pc:docMk/>
      </pc:docMkLst>
      <pc:sldChg chg="modSp">
        <pc:chgData name="김재현(IT융합공학과)" userId="fc3a5534-0176-40e4-a0af-2818e472cfc6" providerId="ADAL" clId="{4340C3FF-AF5C-4EF7-897E-8BAF71B7B5B9}" dt="2021-03-09T02:14:29.531" v="0" actId="20577"/>
        <pc:sldMkLst>
          <pc:docMk/>
          <pc:sldMk cId="2340747260" sldId="259"/>
        </pc:sldMkLst>
        <pc:spChg chg="mod">
          <ac:chgData name="김재현(IT융합공학과)" userId="fc3a5534-0176-40e4-a0af-2818e472cfc6" providerId="ADAL" clId="{4340C3FF-AF5C-4EF7-897E-8BAF71B7B5B9}" dt="2021-03-09T02:14:29.531" v="0" actId="20577"/>
          <ac:spMkLst>
            <pc:docMk/>
            <pc:sldMk cId="2340747260" sldId="259"/>
            <ac:spMk id="10" creationId="{A9DAE130-7748-434C-B23B-00131A083F17}"/>
          </ac:spMkLst>
        </pc:spChg>
      </pc:sldChg>
      <pc:sldChg chg="modSp">
        <pc:chgData name="김재현(IT융합공학과)" userId="fc3a5534-0176-40e4-a0af-2818e472cfc6" providerId="ADAL" clId="{4340C3FF-AF5C-4EF7-897E-8BAF71B7B5B9}" dt="2021-03-09T02:14:56.197" v="4" actId="14100"/>
        <pc:sldMkLst>
          <pc:docMk/>
          <pc:sldMk cId="3745790704" sldId="267"/>
        </pc:sldMkLst>
        <pc:spChg chg="mod">
          <ac:chgData name="김재현(IT융합공학과)" userId="fc3a5534-0176-40e4-a0af-2818e472cfc6" providerId="ADAL" clId="{4340C3FF-AF5C-4EF7-897E-8BAF71B7B5B9}" dt="2021-03-09T02:14:56.197" v="4" actId="14100"/>
          <ac:spMkLst>
            <pc:docMk/>
            <pc:sldMk cId="3745790704" sldId="267"/>
            <ac:spMk id="22" creationId="{07A4F449-3D26-4883-B3B2-7656B481342F}"/>
          </ac:spMkLst>
        </pc:spChg>
      </pc:sldChg>
      <pc:sldChg chg="modSp">
        <pc:chgData name="김재현(IT융합공학과)" userId="fc3a5534-0176-40e4-a0af-2818e472cfc6" providerId="ADAL" clId="{4340C3FF-AF5C-4EF7-897E-8BAF71B7B5B9}" dt="2021-03-09T05:50:47.469" v="26" actId="20578"/>
        <pc:sldMkLst>
          <pc:docMk/>
          <pc:sldMk cId="3847621229" sldId="308"/>
        </pc:sldMkLst>
        <pc:graphicFrameChg chg="mod">
          <ac:chgData name="김재현(IT융합공학과)" userId="fc3a5534-0176-40e4-a0af-2818e472cfc6" providerId="ADAL" clId="{4340C3FF-AF5C-4EF7-897E-8BAF71B7B5B9}" dt="2021-03-09T05:50:47.469" v="26" actId="20578"/>
          <ac:graphicFrameMkLst>
            <pc:docMk/>
            <pc:sldMk cId="3847621229" sldId="308"/>
            <ac:graphicFrameMk id="3" creationId="{00000000-0000-0000-0000-000000000000}"/>
          </ac:graphicFrameMkLst>
        </pc:graphicFrameChg>
      </pc:sldChg>
      <pc:sldChg chg="addSp delSp modSp">
        <pc:chgData name="김재현(IT융합공학과)" userId="fc3a5534-0176-40e4-a0af-2818e472cfc6" providerId="ADAL" clId="{4340C3FF-AF5C-4EF7-897E-8BAF71B7B5B9}" dt="2021-03-09T05:52:34.291" v="42" actId="1440"/>
        <pc:sldMkLst>
          <pc:docMk/>
          <pc:sldMk cId="3580179729" sldId="309"/>
        </pc:sldMkLst>
        <pc:spChg chg="del">
          <ac:chgData name="김재현(IT융합공학과)" userId="fc3a5534-0176-40e4-a0af-2818e472cfc6" providerId="ADAL" clId="{4340C3FF-AF5C-4EF7-897E-8BAF71B7B5B9}" dt="2021-03-09T05:48:29.948" v="10" actId="478"/>
          <ac:spMkLst>
            <pc:docMk/>
            <pc:sldMk cId="3580179729" sldId="309"/>
            <ac:spMk id="10" creationId="{F96065E5-B586-4EC2-A150-3227545B37C4}"/>
          </ac:spMkLst>
        </pc:spChg>
        <pc:spChg chg="add mod topLvl">
          <ac:chgData name="김재현(IT융합공학과)" userId="fc3a5534-0176-40e4-a0af-2818e472cfc6" providerId="ADAL" clId="{4340C3FF-AF5C-4EF7-897E-8BAF71B7B5B9}" dt="2021-03-09T05:51:49.672" v="34" actId="207"/>
          <ac:spMkLst>
            <pc:docMk/>
            <pc:sldMk cId="3580179729" sldId="309"/>
            <ac:spMk id="16" creationId="{EDB413AF-52EC-4C54-BE3C-BF82D6137DAC}"/>
          </ac:spMkLst>
        </pc:spChg>
        <pc:spChg chg="add mod topLvl">
          <ac:chgData name="김재현(IT융합공학과)" userId="fc3a5534-0176-40e4-a0af-2818e472cfc6" providerId="ADAL" clId="{4340C3FF-AF5C-4EF7-897E-8BAF71B7B5B9}" dt="2021-03-09T05:51:44.499" v="32" actId="207"/>
          <ac:spMkLst>
            <pc:docMk/>
            <pc:sldMk cId="3580179729" sldId="309"/>
            <ac:spMk id="17" creationId="{0F8668ED-B088-4195-8568-2A0480788628}"/>
          </ac:spMkLst>
        </pc:spChg>
        <pc:spChg chg="del">
          <ac:chgData name="김재현(IT융합공학과)" userId="fc3a5534-0176-40e4-a0af-2818e472cfc6" providerId="ADAL" clId="{4340C3FF-AF5C-4EF7-897E-8BAF71B7B5B9}" dt="2021-03-09T05:48:28.188" v="8" actId="478"/>
          <ac:spMkLst>
            <pc:docMk/>
            <pc:sldMk cId="3580179729" sldId="309"/>
            <ac:spMk id="18" creationId="{DA33D6E3-2F43-4D39-80BA-C2BA722170A4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20" creationId="{143A1A65-C3ED-4351-BCCB-136D35669CEB}"/>
          </ac:spMkLst>
        </pc:spChg>
        <pc:spChg chg="del">
          <ac:chgData name="김재현(IT융합공학과)" userId="fc3a5534-0176-40e4-a0af-2818e472cfc6" providerId="ADAL" clId="{4340C3FF-AF5C-4EF7-897E-8BAF71B7B5B9}" dt="2021-03-09T05:48:29.052" v="9" actId="478"/>
          <ac:spMkLst>
            <pc:docMk/>
            <pc:sldMk cId="3580179729" sldId="309"/>
            <ac:spMk id="21" creationId="{7D29BF29-CB1C-46AA-944D-98C1C99150C4}"/>
          </ac:spMkLst>
        </pc:spChg>
        <pc:spChg chg="add mod topLvl">
          <ac:chgData name="김재현(IT융합공학과)" userId="fc3a5534-0176-40e4-a0af-2818e472cfc6" providerId="ADAL" clId="{4340C3FF-AF5C-4EF7-897E-8BAF71B7B5B9}" dt="2021-03-09T05:51:53.301" v="36" actId="207"/>
          <ac:spMkLst>
            <pc:docMk/>
            <pc:sldMk cId="3580179729" sldId="309"/>
            <ac:spMk id="22" creationId="{A5B865A4-9BA5-4E7B-A032-DD7CFFA5DCBC}"/>
          </ac:spMkLst>
        </pc:spChg>
        <pc:spChg chg="add mod topLvl">
          <ac:chgData name="김재현(IT융합공학과)" userId="fc3a5534-0176-40e4-a0af-2818e472cfc6" providerId="ADAL" clId="{4340C3FF-AF5C-4EF7-897E-8BAF71B7B5B9}" dt="2021-03-09T05:51:51.551" v="35" actId="207"/>
          <ac:spMkLst>
            <pc:docMk/>
            <pc:sldMk cId="3580179729" sldId="309"/>
            <ac:spMk id="24" creationId="{503D3F83-4377-4C33-9ADE-0130DD565A23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25" creationId="{6FF8137D-AD08-4C26-97B2-7DD2B53E0BA6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26" creationId="{DFC38FF9-DB07-4861-9273-7954DA09AEFA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27" creationId="{20C6914C-BBCB-4E65-85D2-840F23A780A0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28" creationId="{BFDAA75A-1DA0-4E97-9F37-34607F4C28F5}"/>
          </ac:spMkLst>
        </pc:spChg>
        <pc:spChg chg="add mod topLvl">
          <ac:chgData name="김재현(IT융합공학과)" userId="fc3a5534-0176-40e4-a0af-2818e472cfc6" providerId="ADAL" clId="{4340C3FF-AF5C-4EF7-897E-8BAF71B7B5B9}" dt="2021-03-09T05:51:55.113" v="37" actId="207"/>
          <ac:spMkLst>
            <pc:docMk/>
            <pc:sldMk cId="3580179729" sldId="309"/>
            <ac:spMk id="29" creationId="{DC36B0B1-5FE6-4F5C-A4FF-0A132A6592F0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0" creationId="{B1660023-5192-4491-AF1E-2E6C5F66EBDE}"/>
          </ac:spMkLst>
        </pc:spChg>
        <pc:spChg chg="add mod topLvl">
          <ac:chgData name="김재현(IT융합공학과)" userId="fc3a5534-0176-40e4-a0af-2818e472cfc6" providerId="ADAL" clId="{4340C3FF-AF5C-4EF7-897E-8BAF71B7B5B9}" dt="2021-03-09T05:52:03.708" v="39" actId="1076"/>
          <ac:spMkLst>
            <pc:docMk/>
            <pc:sldMk cId="3580179729" sldId="309"/>
            <ac:spMk id="31" creationId="{FE7F1715-4414-4332-88D9-4ABF351FC450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2" creationId="{1DA2B452-F6F6-4400-9E48-F0A3AAFB5118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3" creationId="{2752B064-AB20-46C9-BBEC-DBCB0BE8F247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4" creationId="{FE198192-D3EC-467C-93D1-3B5141AB18EB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5" creationId="{83F96647-1EF2-4EDE-B0AC-C03039E6D143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6" creationId="{5E1CA5A1-6246-4165-90D4-1D62EB5A798E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7" creationId="{B511C64C-7272-4614-BCE6-795B37DB4496}"/>
          </ac:spMkLst>
        </pc:spChg>
        <pc:spChg chg="add mod topLvl">
          <ac:chgData name="김재현(IT융합공학과)" userId="fc3a5534-0176-40e4-a0af-2818e472cfc6" providerId="ADAL" clId="{4340C3FF-AF5C-4EF7-897E-8BAF71B7B5B9}" dt="2021-03-09T05:51:41.530" v="31" actId="207"/>
          <ac:spMkLst>
            <pc:docMk/>
            <pc:sldMk cId="3580179729" sldId="309"/>
            <ac:spMk id="38" creationId="{BC367DE2-5ACC-4934-929D-35BF8DEBFB6D}"/>
          </ac:spMkLst>
        </pc:spChg>
        <pc:spChg chg="add mod topLvl">
          <ac:chgData name="김재현(IT융합공학과)" userId="fc3a5534-0176-40e4-a0af-2818e472cfc6" providerId="ADAL" clId="{4340C3FF-AF5C-4EF7-897E-8BAF71B7B5B9}" dt="2021-03-09T05:50:58.188" v="27" actId="2711"/>
          <ac:spMkLst>
            <pc:docMk/>
            <pc:sldMk cId="3580179729" sldId="309"/>
            <ac:spMk id="39" creationId="{89ACB88A-65E9-49E3-AD44-53A060402F12}"/>
          </ac:spMkLst>
        </pc:spChg>
        <pc:grpChg chg="add del mod">
          <ac:chgData name="김재현(IT융합공학과)" userId="fc3a5534-0176-40e4-a0af-2818e472cfc6" providerId="ADAL" clId="{4340C3FF-AF5C-4EF7-897E-8BAF71B7B5B9}" dt="2021-03-09T05:52:01.661" v="38" actId="1076"/>
          <ac:grpSpMkLst>
            <pc:docMk/>
            <pc:sldMk cId="3580179729" sldId="309"/>
            <ac:grpSpMk id="11" creationId="{03199FBE-B27E-496E-BF09-653B6FFEDBA5}"/>
          </ac:grpSpMkLst>
        </pc:grpChg>
        <pc:grpChg chg="add mod topLvl">
          <ac:chgData name="김재현(IT융합공학과)" userId="fc3a5534-0176-40e4-a0af-2818e472cfc6" providerId="ADAL" clId="{4340C3FF-AF5C-4EF7-897E-8BAF71B7B5B9}" dt="2021-03-09T05:49:32.244" v="18" actId="165"/>
          <ac:grpSpMkLst>
            <pc:docMk/>
            <pc:sldMk cId="3580179729" sldId="309"/>
            <ac:grpSpMk id="15" creationId="{97B8575B-00E8-4EF8-B8B1-B9B109226F65}"/>
          </ac:grpSpMkLst>
        </pc:grpChg>
        <pc:grpChg chg="add mod">
          <ac:chgData name="김재현(IT융합공학과)" userId="fc3a5534-0176-40e4-a0af-2818e472cfc6" providerId="ADAL" clId="{4340C3FF-AF5C-4EF7-897E-8BAF71B7B5B9}" dt="2021-03-09T05:48:21.045" v="6"/>
          <ac:grpSpMkLst>
            <pc:docMk/>
            <pc:sldMk cId="3580179729" sldId="309"/>
            <ac:grpSpMk id="41" creationId="{F8B5B8FD-F3A2-4F69-9AD1-40AB82FA5B4F}"/>
          </ac:grpSpMkLst>
        </pc:grpChg>
        <pc:picChg chg="add mod">
          <ac:chgData name="김재현(IT융합공학과)" userId="fc3a5534-0176-40e4-a0af-2818e472cfc6" providerId="ADAL" clId="{4340C3FF-AF5C-4EF7-897E-8BAF71B7B5B9}" dt="2021-03-09T05:52:34.291" v="42" actId="1440"/>
          <ac:picMkLst>
            <pc:docMk/>
            <pc:sldMk cId="3580179729" sldId="309"/>
            <ac:picMk id="40" creationId="{1C217C01-BB95-469E-ABFE-73E600E4DAA9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2" creationId="{5E7EDBCC-855A-4DB9-90BF-E77D17505055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3" creationId="{F365399B-E691-4AD5-A0AD-72C516448CAD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4" creationId="{52543D07-471F-48CC-931F-A46CCCA1D23F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5" creationId="{88A28755-E23E-4A32-9F66-644911D2C04D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6" creationId="{8D3E6F0B-3011-4CFE-B44E-92973D01957C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7" creationId="{E80DA1FB-DFA0-4E2E-9387-785E378BFABE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8" creationId="{3A1912DC-3F50-4BD3-A2C4-B1BCE78C3975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49" creationId="{76BC2C09-755C-4460-99EE-D5E57AC0EEB9}"/>
          </ac:picMkLst>
        </pc:picChg>
        <pc:picChg chg="add">
          <ac:chgData name="김재현(IT융합공학과)" userId="fc3a5534-0176-40e4-a0af-2818e472cfc6" providerId="ADAL" clId="{4340C3FF-AF5C-4EF7-897E-8BAF71B7B5B9}" dt="2021-03-09T05:48:21.045" v="6"/>
          <ac:picMkLst>
            <pc:docMk/>
            <pc:sldMk cId="3580179729" sldId="309"/>
            <ac:picMk id="50" creationId="{70837C83-DAD9-4DF5-8049-672FFA78DD3C}"/>
          </ac:picMkLst>
        </pc:picChg>
        <pc:picChg chg="del">
          <ac:chgData name="김재현(IT융합공학과)" userId="fc3a5534-0176-40e4-a0af-2818e472cfc6" providerId="ADAL" clId="{4340C3FF-AF5C-4EF7-897E-8BAF71B7B5B9}" dt="2021-03-09T05:48:19.299" v="5" actId="478"/>
          <ac:picMkLst>
            <pc:docMk/>
            <pc:sldMk cId="3580179729" sldId="309"/>
            <ac:picMk id="4098" creationId="{0608BA2E-85DD-4F5F-B483-A028ACBB4CCA}"/>
          </ac:picMkLst>
        </pc:picChg>
        <pc:cxnChg chg="mod">
          <ac:chgData name="김재현(IT융합공학과)" userId="fc3a5534-0176-40e4-a0af-2818e472cfc6" providerId="ADAL" clId="{4340C3FF-AF5C-4EF7-897E-8BAF71B7B5B9}" dt="2021-03-09T05:48:36.493" v="13" actId="1076"/>
          <ac:cxnSpMkLst>
            <pc:docMk/>
            <pc:sldMk cId="3580179729" sldId="309"/>
            <ac:cxnSpMk id="23" creationId="{00000000-0000-0000-0000-000000000000}"/>
          </ac:cxnSpMkLst>
        </pc:cxnChg>
      </pc:sldChg>
      <pc:sldChg chg="addSp delSp modSp add">
        <pc:chgData name="김재현(IT융합공학과)" userId="fc3a5534-0176-40e4-a0af-2818e472cfc6" providerId="ADAL" clId="{4340C3FF-AF5C-4EF7-897E-8BAF71B7B5B9}" dt="2021-03-09T06:26:10.153" v="93" actId="1035"/>
        <pc:sldMkLst>
          <pc:docMk/>
          <pc:sldMk cId="1231408296" sldId="312"/>
        </pc:sldMkLst>
        <pc:spChg chg="mod">
          <ac:chgData name="김재현(IT융합공학과)" userId="fc3a5534-0176-40e4-a0af-2818e472cfc6" providerId="ADAL" clId="{4340C3FF-AF5C-4EF7-897E-8BAF71B7B5B9}" dt="2021-03-09T05:53:12.998" v="45" actId="20577"/>
          <ac:spMkLst>
            <pc:docMk/>
            <pc:sldMk cId="1231408296" sldId="312"/>
            <ac:spMk id="14" creationId="{00000000-0000-0000-0000-000000000000}"/>
          </ac:spMkLst>
        </pc:spChg>
        <pc:spChg chg="mod">
          <ac:chgData name="김재현(IT융합공학과)" userId="fc3a5534-0176-40e4-a0af-2818e472cfc6" providerId="ADAL" clId="{4340C3FF-AF5C-4EF7-897E-8BAF71B7B5B9}" dt="2021-03-09T05:53:15.684" v="52"/>
          <ac:spMkLst>
            <pc:docMk/>
            <pc:sldMk cId="1231408296" sldId="312"/>
            <ac:spMk id="19" creationId="{00000000-0000-0000-0000-000000000000}"/>
          </ac:spMkLst>
        </pc:spChg>
        <pc:grpChg chg="del">
          <ac:chgData name="김재현(IT융합공학과)" userId="fc3a5534-0176-40e4-a0af-2818e472cfc6" providerId="ADAL" clId="{4340C3FF-AF5C-4EF7-897E-8BAF71B7B5B9}" dt="2021-03-09T05:53:17.356" v="53" actId="478"/>
          <ac:grpSpMkLst>
            <pc:docMk/>
            <pc:sldMk cId="1231408296" sldId="312"/>
            <ac:grpSpMk id="11" creationId="{03199FBE-B27E-496E-BF09-653B6FFEDBA5}"/>
          </ac:grpSpMkLst>
        </pc:grpChg>
        <pc:graphicFrameChg chg="add mod modGraphic">
          <ac:chgData name="김재현(IT융합공학과)" userId="fc3a5534-0176-40e4-a0af-2818e472cfc6" providerId="ADAL" clId="{4340C3FF-AF5C-4EF7-897E-8BAF71B7B5B9}" dt="2021-03-09T06:26:10.153" v="93" actId="1035"/>
          <ac:graphicFrameMkLst>
            <pc:docMk/>
            <pc:sldMk cId="1231408296" sldId="312"/>
            <ac:graphicFrameMk id="2" creationId="{DE3EC1D3-DC76-4662-9653-9DC49806281C}"/>
          </ac:graphicFrameMkLst>
        </pc:graphicFrameChg>
      </pc:sldChg>
      <pc:sldChg chg="add">
        <pc:chgData name="김재현(IT융합공학과)" userId="fc3a5534-0176-40e4-a0af-2818e472cfc6" providerId="ADAL" clId="{4340C3FF-AF5C-4EF7-897E-8BAF71B7B5B9}" dt="2021-03-09T06:25:20.241" v="82"/>
        <pc:sldMkLst>
          <pc:docMk/>
          <pc:sldMk cId="1851551828" sldId="313"/>
        </pc:sldMkLst>
      </pc:sldChg>
      <pc:sldChg chg="addSp delSp modSp add">
        <pc:chgData name="김재현(IT융합공학과)" userId="fc3a5534-0176-40e4-a0af-2818e472cfc6" providerId="ADAL" clId="{4340C3FF-AF5C-4EF7-897E-8BAF71B7B5B9}" dt="2021-03-09T06:27:57.953" v="119" actId="404"/>
        <pc:sldMkLst>
          <pc:docMk/>
          <pc:sldMk cId="113889687" sldId="314"/>
        </pc:sldMkLst>
        <pc:graphicFrameChg chg="add del mod modGraphic">
          <ac:chgData name="김재현(IT융합공학과)" userId="fc3a5534-0176-40e4-a0af-2818e472cfc6" providerId="ADAL" clId="{4340C3FF-AF5C-4EF7-897E-8BAF71B7B5B9}" dt="2021-03-09T06:27:57.953" v="119" actId="404"/>
          <ac:graphicFrameMkLst>
            <pc:docMk/>
            <pc:sldMk cId="113889687" sldId="314"/>
            <ac:graphicFrameMk id="2" creationId="{DE3EC1D3-DC76-4662-9653-9DC49806281C}"/>
          </ac:graphicFrameMkLst>
        </pc:graphicFrameChg>
        <pc:graphicFrameChg chg="add del mod modGraphic">
          <ac:chgData name="김재현(IT융합공학과)" userId="fc3a5534-0176-40e4-a0af-2818e472cfc6" providerId="ADAL" clId="{4340C3FF-AF5C-4EF7-897E-8BAF71B7B5B9}" dt="2021-03-09T06:26:16.987" v="100"/>
          <ac:graphicFrameMkLst>
            <pc:docMk/>
            <pc:sldMk cId="113889687" sldId="314"/>
            <ac:graphicFrameMk id="3" creationId="{7C3DA329-7869-4A6A-97F4-054B1B04C1EC}"/>
          </ac:graphicFrameMkLst>
        </pc:graphicFrameChg>
      </pc:sldChg>
    </pc:docChg>
  </pc:docChgLst>
  <pc:docChgLst>
    <pc:chgData name="김재현(IT융합공학과)" userId="fc3a5534-0176-40e4-a0af-2818e472cfc6" providerId="ADAL" clId="{BEDC28BD-6785-4768-8F8D-B32BC01B926B}"/>
    <pc:docChg chg="custSel delSld modSld">
      <pc:chgData name="김재현(IT융합공학과)" userId="fc3a5534-0176-40e4-a0af-2818e472cfc6" providerId="ADAL" clId="{BEDC28BD-6785-4768-8F8D-B32BC01B926B}" dt="2021-03-02T06:25:39.869" v="102"/>
      <pc:docMkLst>
        <pc:docMk/>
      </pc:docMkLst>
      <pc:sldChg chg="modSp">
        <pc:chgData name="김재현(IT융합공학과)" userId="fc3a5534-0176-40e4-a0af-2818e472cfc6" providerId="ADAL" clId="{BEDC28BD-6785-4768-8F8D-B32BC01B926B}" dt="2021-03-02T06:25:39.869" v="102"/>
        <pc:sldMkLst>
          <pc:docMk/>
          <pc:sldMk cId="3847621229" sldId="308"/>
        </pc:sldMkLst>
        <pc:graphicFrameChg chg="mod">
          <ac:chgData name="김재현(IT융합공학과)" userId="fc3a5534-0176-40e4-a0af-2818e472cfc6" providerId="ADAL" clId="{BEDC28BD-6785-4768-8F8D-B32BC01B926B}" dt="2021-03-02T06:25:39.869" v="102"/>
          <ac:graphicFrameMkLst>
            <pc:docMk/>
            <pc:sldMk cId="3847621229" sldId="308"/>
            <ac:graphicFrameMk id="3" creationId="{00000000-0000-0000-0000-000000000000}"/>
          </ac:graphicFrameMkLst>
        </pc:graphicFrameChg>
      </pc:sldChg>
      <pc:sldChg chg="addSp modSp">
        <pc:chgData name="김재현(IT융합공학과)" userId="fc3a5534-0176-40e4-a0af-2818e472cfc6" providerId="ADAL" clId="{BEDC28BD-6785-4768-8F8D-B32BC01B926B}" dt="2021-03-01T18:33:54.499" v="101" actId="20577"/>
        <pc:sldMkLst>
          <pc:docMk/>
          <pc:sldMk cId="3580179729" sldId="309"/>
        </pc:sldMkLst>
        <pc:spChg chg="add mod">
          <ac:chgData name="김재현(IT융합공학과)" userId="fc3a5534-0176-40e4-a0af-2818e472cfc6" providerId="ADAL" clId="{BEDC28BD-6785-4768-8F8D-B32BC01B926B}" dt="2021-03-01T18:33:54.499" v="101" actId="20577"/>
          <ac:spMkLst>
            <pc:docMk/>
            <pc:sldMk cId="3580179729" sldId="309"/>
            <ac:spMk id="10" creationId="{F96065E5-B586-4EC2-A150-3227545B37C4}"/>
          </ac:spMkLst>
        </pc:spChg>
      </pc:sldChg>
    </pc:docChg>
  </pc:docChgLst>
  <pc:docChgLst>
    <pc:chgData name="김재현(IT융합공학과)" userId="fc3a5534-0176-40e4-a0af-2818e472cfc6" providerId="ADAL" clId="{6F3D8856-7138-0E45-B58E-6130791228DF}"/>
    <pc:docChg chg="delSld modSld">
      <pc:chgData name="김재현(IT융합공학과)" userId="fc3a5534-0176-40e4-a0af-2818e472cfc6" providerId="ADAL" clId="{6F3D8856-7138-0E45-B58E-6130791228DF}" dt="2021-03-09T07:29:22.428" v="18" actId="20577"/>
      <pc:docMkLst>
        <pc:docMk/>
      </pc:docMkLst>
      <pc:sldChg chg="modSp mod">
        <pc:chgData name="김재현(IT융합공학과)" userId="fc3a5534-0176-40e4-a0af-2818e472cfc6" providerId="ADAL" clId="{6F3D8856-7138-0E45-B58E-6130791228DF}" dt="2021-03-09T07:29:22.428" v="18" actId="20577"/>
        <pc:sldMkLst>
          <pc:docMk/>
          <pc:sldMk cId="3580179729" sldId="309"/>
        </pc:sldMkLst>
        <pc:spChg chg="mod">
          <ac:chgData name="김재현(IT융합공학과)" userId="fc3a5534-0176-40e4-a0af-2818e472cfc6" providerId="ADAL" clId="{6F3D8856-7138-0E45-B58E-6130791228DF}" dt="2021-03-09T07:29:22.428" v="18" actId="20577"/>
          <ac:spMkLst>
            <pc:docMk/>
            <pc:sldMk cId="3580179729" sldId="309"/>
            <ac:spMk id="31" creationId="{FE7F1715-4414-4332-88D9-4ABF351FC450}"/>
          </ac:spMkLst>
        </pc:spChg>
      </pc:sldChg>
      <pc:sldChg chg="del">
        <pc:chgData name="김재현(IT융합공학과)" userId="fc3a5534-0176-40e4-a0af-2818e472cfc6" providerId="ADAL" clId="{6F3D8856-7138-0E45-B58E-6130791228DF}" dt="2021-03-09T07:15:07.321" v="1" actId="2696"/>
        <pc:sldMkLst>
          <pc:docMk/>
          <pc:sldMk cId="1851551828" sldId="313"/>
        </pc:sldMkLst>
      </pc:sldChg>
      <pc:sldChg chg="modSp mod">
        <pc:chgData name="김재현(IT융합공학과)" userId="fc3a5534-0176-40e4-a0af-2818e472cfc6" providerId="ADAL" clId="{6F3D8856-7138-0E45-B58E-6130791228DF}" dt="2021-03-09T07:15:20.409" v="16" actId="20577"/>
        <pc:sldMkLst>
          <pc:docMk/>
          <pc:sldMk cId="113889687" sldId="314"/>
        </pc:sldMkLst>
        <pc:spChg chg="mod">
          <ac:chgData name="김재현(IT융합공학과)" userId="fc3a5534-0176-40e4-a0af-2818e472cfc6" providerId="ADAL" clId="{6F3D8856-7138-0E45-B58E-6130791228DF}" dt="2021-03-09T07:15:20.409" v="16" actId="20577"/>
          <ac:spMkLst>
            <pc:docMk/>
            <pc:sldMk cId="113889687" sldId="314"/>
            <ac:spMk id="19" creationId="{00000000-0000-0000-0000-000000000000}"/>
          </ac:spMkLst>
        </pc:spChg>
      </pc:sldChg>
    </pc:docChg>
  </pc:docChgLst>
  <pc:docChgLst>
    <pc:chgData name="김재현(IT융합공학과)" userId="fc3a5534-0176-40e4-a0af-2818e472cfc6" providerId="ADAL" clId="{63A87C9E-52BD-459A-9246-B7897EFFC934}"/>
    <pc:docChg chg="undo custSel addSld delSld modSld">
      <pc:chgData name="김재현(IT융합공학과)" userId="fc3a5534-0176-40e4-a0af-2818e472cfc6" providerId="ADAL" clId="{63A87C9E-52BD-459A-9246-B7897EFFC934}" dt="2021-03-01T18:28:21.589" v="4237" actId="1076"/>
      <pc:docMkLst>
        <pc:docMk/>
      </pc:docMkLst>
      <pc:sldChg chg="modSp">
        <pc:chgData name="김재현(IT융합공학과)" userId="fc3a5534-0176-40e4-a0af-2818e472cfc6" providerId="ADAL" clId="{63A87C9E-52BD-459A-9246-B7897EFFC934}" dt="2021-03-01T18:24:55.136" v="4189" actId="20577"/>
        <pc:sldMkLst>
          <pc:docMk/>
          <pc:sldMk cId="2340747260" sldId="259"/>
        </pc:sldMkLst>
        <pc:spChg chg="mod">
          <ac:chgData name="김재현(IT융합공학과)" userId="fc3a5534-0176-40e4-a0af-2818e472cfc6" providerId="ADAL" clId="{63A87C9E-52BD-459A-9246-B7897EFFC934}" dt="2021-03-01T18:24:55.136" v="4189" actId="20577"/>
          <ac:spMkLst>
            <pc:docMk/>
            <pc:sldMk cId="2340747260" sldId="259"/>
            <ac:spMk id="10" creationId="{A9DAE130-7748-434C-B23B-00131A083F17}"/>
          </ac:spMkLst>
        </pc:spChg>
      </pc:sldChg>
      <pc:sldChg chg="addSp delSp modSp">
        <pc:chgData name="김재현(IT융합공학과)" userId="fc3a5534-0176-40e4-a0af-2818e472cfc6" providerId="ADAL" clId="{63A87C9E-52BD-459A-9246-B7897EFFC934}" dt="2021-03-01T18:25:32.485" v="4192" actId="478"/>
        <pc:sldMkLst>
          <pc:docMk/>
          <pc:sldMk cId="3745790704" sldId="267"/>
        </pc:sldMkLst>
        <pc:spChg chg="mod">
          <ac:chgData name="김재현(IT융합공학과)" userId="fc3a5534-0176-40e4-a0af-2818e472cfc6" providerId="ADAL" clId="{63A87C9E-52BD-459A-9246-B7897EFFC934}" dt="2021-03-01T18:25:30.359" v="4191" actId="207"/>
          <ac:spMkLst>
            <pc:docMk/>
            <pc:sldMk cId="3745790704" sldId="267"/>
            <ac:spMk id="13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1:58.669" v="2425" actId="2711"/>
          <ac:spMkLst>
            <pc:docMk/>
            <pc:sldMk cId="3745790704" sldId="267"/>
            <ac:spMk id="19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2:09.704" v="2426" actId="2711"/>
          <ac:spMkLst>
            <pc:docMk/>
            <pc:sldMk cId="3745790704" sldId="267"/>
            <ac:spMk id="22" creationId="{07A4F449-3D26-4883-B3B2-7656B481342F}"/>
          </ac:spMkLst>
        </pc:spChg>
        <pc:spChg chg="del">
          <ac:chgData name="김재현(IT융합공학과)" userId="fc3a5534-0176-40e4-a0af-2818e472cfc6" providerId="ADAL" clId="{63A87C9E-52BD-459A-9246-B7897EFFC934}" dt="2021-03-01T16:07:58.708" v="321" actId="478"/>
          <ac:spMkLst>
            <pc:docMk/>
            <pc:sldMk cId="3745790704" sldId="267"/>
            <ac:spMk id="26" creationId="{00000000-0000-0000-0000-000000000000}"/>
          </ac:spMkLst>
        </pc:spChg>
        <pc:spChg chg="add del">
          <ac:chgData name="김재현(IT융합공학과)" userId="fc3a5534-0176-40e4-a0af-2818e472cfc6" providerId="ADAL" clId="{63A87C9E-52BD-459A-9246-B7897EFFC934}" dt="2021-03-01T18:25:32.485" v="4192" actId="478"/>
          <ac:spMkLst>
            <pc:docMk/>
            <pc:sldMk cId="3745790704" sldId="267"/>
            <ac:spMk id="27" creationId="{733871AC-DCFF-4306-8B45-59971F58C483}"/>
          </ac:spMkLst>
        </pc:spChg>
      </pc:sldChg>
      <pc:sldChg chg="addSp delSp modSp mod">
        <pc:chgData name="김재현(IT융합공학과)" userId="fc3a5534-0176-40e4-a0af-2818e472cfc6" providerId="ADAL" clId="{63A87C9E-52BD-459A-9246-B7897EFFC934}" dt="2021-03-01T18:25:42.316" v="4193" actId="207"/>
        <pc:sldMkLst>
          <pc:docMk/>
          <pc:sldMk cId="3693627796" sldId="305"/>
        </pc:sldMkLst>
        <pc:spChg chg="mod">
          <ac:chgData name="김재현(IT융합공학과)" userId="fc3a5534-0176-40e4-a0af-2818e472cfc6" providerId="ADAL" clId="{63A87C9E-52BD-459A-9246-B7897EFFC934}" dt="2021-03-01T18:25:42.316" v="4193" actId="207"/>
          <ac:spMkLst>
            <pc:docMk/>
            <pc:sldMk cId="3693627796" sldId="305"/>
            <ac:spMk id="13" creationId="{00000000-0000-0000-0000-000000000000}"/>
          </ac:spMkLst>
        </pc:spChg>
        <pc:spChg chg="add mod">
          <ac:chgData name="김재현(IT융합공학과)" userId="fc3a5534-0176-40e4-a0af-2818e472cfc6" providerId="ADAL" clId="{63A87C9E-52BD-459A-9246-B7897EFFC934}" dt="2021-03-01T16:22:29.986" v="2429" actId="2711"/>
          <ac:spMkLst>
            <pc:docMk/>
            <pc:sldMk cId="3693627796" sldId="305"/>
            <ac:spMk id="15" creationId="{862BD7D1-5917-4FE7-A388-FB6E631FB5AD}"/>
          </ac:spMkLst>
        </pc:spChg>
        <pc:spChg chg="add mod">
          <ac:chgData name="김재현(IT융합공학과)" userId="fc3a5534-0176-40e4-a0af-2818e472cfc6" providerId="ADAL" clId="{63A87C9E-52BD-459A-9246-B7897EFFC934}" dt="2021-03-01T16:22:33.380" v="2430" actId="2711"/>
          <ac:spMkLst>
            <pc:docMk/>
            <pc:sldMk cId="3693627796" sldId="305"/>
            <ac:spMk id="16" creationId="{6BA352A3-0BE3-4D05-BDDB-019D31A7D289}"/>
          </ac:spMkLst>
        </pc:spChg>
        <pc:spChg chg="add mod">
          <ac:chgData name="김재현(IT융합공학과)" userId="fc3a5534-0176-40e4-a0af-2818e472cfc6" providerId="ADAL" clId="{63A87C9E-52BD-459A-9246-B7897EFFC934}" dt="2021-03-01T16:22:36.932" v="2431" actId="2711"/>
          <ac:spMkLst>
            <pc:docMk/>
            <pc:sldMk cId="3693627796" sldId="305"/>
            <ac:spMk id="17" creationId="{24F1CE6F-AE08-4A51-9195-FA79E449F5C3}"/>
          </ac:spMkLst>
        </pc:spChg>
        <pc:spChg chg="add mod">
          <ac:chgData name="김재현(IT융합공학과)" userId="fc3a5534-0176-40e4-a0af-2818e472cfc6" providerId="ADAL" clId="{63A87C9E-52BD-459A-9246-B7897EFFC934}" dt="2021-03-01T16:22:26.486" v="2428" actId="2711"/>
          <ac:spMkLst>
            <pc:docMk/>
            <pc:sldMk cId="3693627796" sldId="305"/>
            <ac:spMk id="18" creationId="{995B3B58-DF17-44CB-B33A-F38EA5EEA83D}"/>
          </ac:spMkLst>
        </pc:spChg>
        <pc:spChg chg="mod">
          <ac:chgData name="김재현(IT융합공학과)" userId="fc3a5534-0176-40e4-a0af-2818e472cfc6" providerId="ADAL" clId="{63A87C9E-52BD-459A-9246-B7897EFFC934}" dt="2021-03-01T16:21:54.703" v="2424" actId="2711"/>
          <ac:spMkLst>
            <pc:docMk/>
            <pc:sldMk cId="3693627796" sldId="305"/>
            <ac:spMk id="19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2:22.790" v="2427" actId="2711"/>
          <ac:spMkLst>
            <pc:docMk/>
            <pc:sldMk cId="3693627796" sldId="305"/>
            <ac:spMk id="24" creationId="{00000000-0000-0000-0000-000000000000}"/>
          </ac:spMkLst>
        </pc:spChg>
        <pc:spChg chg="del">
          <ac:chgData name="김재현(IT융합공학과)" userId="fc3a5534-0176-40e4-a0af-2818e472cfc6" providerId="ADAL" clId="{63A87C9E-52BD-459A-9246-B7897EFFC934}" dt="2021-03-01T16:04:34.215" v="104" actId="478"/>
          <ac:spMkLst>
            <pc:docMk/>
            <pc:sldMk cId="3693627796" sldId="305"/>
            <ac:spMk id="25" creationId="{00000000-0000-0000-0000-000000000000}"/>
          </ac:spMkLst>
        </pc:spChg>
        <pc:spChg chg="del">
          <ac:chgData name="김재현(IT융합공학과)" userId="fc3a5534-0176-40e4-a0af-2818e472cfc6" providerId="ADAL" clId="{63A87C9E-52BD-459A-9246-B7897EFFC934}" dt="2021-03-01T16:07:56.160" v="320" actId="478"/>
          <ac:spMkLst>
            <pc:docMk/>
            <pc:sldMk cId="3693627796" sldId="305"/>
            <ac:spMk id="26" creationId="{00000000-0000-0000-0000-000000000000}"/>
          </ac:spMkLst>
        </pc:spChg>
        <pc:graphicFrameChg chg="add mod">
          <ac:chgData name="김재현(IT융합공학과)" userId="fc3a5534-0176-40e4-a0af-2818e472cfc6" providerId="ADAL" clId="{63A87C9E-52BD-459A-9246-B7897EFFC934}" dt="2021-03-01T16:07:49.012" v="319" actId="14100"/>
          <ac:graphicFrameMkLst>
            <pc:docMk/>
            <pc:sldMk cId="3693627796" sldId="305"/>
            <ac:graphicFrameMk id="11" creationId="{CD243674-7571-EE4E-AABD-5541D9EBFDE1}"/>
          </ac:graphicFrameMkLst>
        </pc:graphicFrameChg>
        <pc:graphicFrameChg chg="del">
          <ac:chgData name="김재현(IT융합공학과)" userId="fc3a5534-0176-40e4-a0af-2818e472cfc6" providerId="ADAL" clId="{63A87C9E-52BD-459A-9246-B7897EFFC934}" dt="2021-03-01T16:02:57.560" v="6" actId="478"/>
          <ac:graphicFrameMkLst>
            <pc:docMk/>
            <pc:sldMk cId="3693627796" sldId="305"/>
            <ac:graphicFrameMk id="21" creationId="{00000000-0000-0000-0000-000000000000}"/>
          </ac:graphicFrameMkLst>
        </pc:graphicFrameChg>
      </pc:sldChg>
      <pc:sldChg chg="addSp delSp modSp add">
        <pc:chgData name="김재현(IT융합공학과)" userId="fc3a5534-0176-40e4-a0af-2818e472cfc6" providerId="ADAL" clId="{63A87C9E-52BD-459A-9246-B7897EFFC934}" dt="2021-03-01T18:25:45.176" v="4194" actId="207"/>
        <pc:sldMkLst>
          <pc:docMk/>
          <pc:sldMk cId="2287977855" sldId="306"/>
        </pc:sldMkLst>
        <pc:spChg chg="mod">
          <ac:chgData name="김재현(IT융합공학과)" userId="fc3a5534-0176-40e4-a0af-2818e472cfc6" providerId="ADAL" clId="{63A87C9E-52BD-459A-9246-B7897EFFC934}" dt="2021-03-01T18:25:45.176" v="4194" actId="207"/>
          <ac:spMkLst>
            <pc:docMk/>
            <pc:sldMk cId="2287977855" sldId="306"/>
            <ac:spMk id="18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08:54.600" v="324" actId="20577"/>
          <ac:spMkLst>
            <pc:docMk/>
            <pc:sldMk cId="2287977855" sldId="306"/>
            <ac:spMk id="19" creationId="{00000000-0000-0000-0000-000000000000}"/>
          </ac:spMkLst>
        </pc:spChg>
        <pc:spChg chg="add mod">
          <ac:chgData name="김재현(IT융합공학과)" userId="fc3a5534-0176-40e4-a0af-2818e472cfc6" providerId="ADAL" clId="{63A87C9E-52BD-459A-9246-B7897EFFC934}" dt="2021-03-01T16:40:31.672" v="2876" actId="2711"/>
          <ac:spMkLst>
            <pc:docMk/>
            <pc:sldMk cId="2287977855" sldId="306"/>
            <ac:spMk id="23" creationId="{2AC18323-14F7-46CE-AB76-8058BA366AB9}"/>
          </ac:spMkLst>
        </pc:spChg>
        <pc:spChg chg="mod">
          <ac:chgData name="김재현(IT융합공학과)" userId="fc3a5534-0176-40e4-a0af-2818e472cfc6" providerId="ADAL" clId="{63A87C9E-52BD-459A-9246-B7897EFFC934}" dt="2021-03-01T16:21:28.007" v="2420" actId="2711"/>
          <ac:spMkLst>
            <pc:docMk/>
            <pc:sldMk cId="2287977855" sldId="306"/>
            <ac:spMk id="37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1:16.239" v="2417" actId="2711"/>
          <ac:spMkLst>
            <pc:docMk/>
            <pc:sldMk cId="2287977855" sldId="306"/>
            <ac:spMk id="38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1:31.096" v="2421" actId="2711"/>
          <ac:spMkLst>
            <pc:docMk/>
            <pc:sldMk cId="2287977855" sldId="306"/>
            <ac:spMk id="40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1:19.539" v="2418" actId="2711"/>
          <ac:spMkLst>
            <pc:docMk/>
            <pc:sldMk cId="2287977855" sldId="306"/>
            <ac:spMk id="41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1:33.480" v="2422" actId="2711"/>
          <ac:spMkLst>
            <pc:docMk/>
            <pc:sldMk cId="2287977855" sldId="306"/>
            <ac:spMk id="43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21:22.735" v="2419" actId="2711"/>
          <ac:spMkLst>
            <pc:docMk/>
            <pc:sldMk cId="2287977855" sldId="306"/>
            <ac:spMk id="44" creationId="{00000000-0000-0000-0000-000000000000}"/>
          </ac:spMkLst>
        </pc:spChg>
        <pc:grpChg chg="del">
          <ac:chgData name="김재현(IT융합공학과)" userId="fc3a5534-0176-40e4-a0af-2818e472cfc6" providerId="ADAL" clId="{63A87C9E-52BD-459A-9246-B7897EFFC934}" dt="2021-03-01T16:09:05.444" v="326" actId="478"/>
          <ac:grpSpMkLst>
            <pc:docMk/>
            <pc:sldMk cId="2287977855" sldId="306"/>
            <ac:grpSpMk id="20" creationId="{00000000-0000-0000-0000-000000000000}"/>
          </ac:grpSpMkLst>
        </pc:grpChg>
        <pc:picChg chg="del mod">
          <ac:chgData name="김재현(IT융합공학과)" userId="fc3a5534-0176-40e4-a0af-2818e472cfc6" providerId="ADAL" clId="{63A87C9E-52BD-459A-9246-B7897EFFC934}" dt="2021-03-01T16:09:44.571" v="351" actId="478"/>
          <ac:picMkLst>
            <pc:docMk/>
            <pc:sldMk cId="2287977855" sldId="306"/>
            <ac:picMk id="2" creationId="{00000000-0000-0000-0000-000000000000}"/>
          </ac:picMkLst>
        </pc:picChg>
        <pc:picChg chg="del mod">
          <ac:chgData name="김재현(IT융합공학과)" userId="fc3a5534-0176-40e4-a0af-2818e472cfc6" providerId="ADAL" clId="{63A87C9E-52BD-459A-9246-B7897EFFC934}" dt="2021-03-01T16:10:59.875" v="359" actId="478"/>
          <ac:picMkLst>
            <pc:docMk/>
            <pc:sldMk cId="2287977855" sldId="306"/>
            <ac:picMk id="3" creationId="{00000000-0000-0000-0000-000000000000}"/>
          </ac:picMkLst>
        </pc:picChg>
        <pc:picChg chg="add del">
          <ac:chgData name="김재현(IT융합공학과)" userId="fc3a5534-0176-40e4-a0af-2818e472cfc6" providerId="ADAL" clId="{63A87C9E-52BD-459A-9246-B7897EFFC934}" dt="2021-03-01T16:11:41.450" v="367" actId="478"/>
          <ac:picMkLst>
            <pc:docMk/>
            <pc:sldMk cId="2287977855" sldId="306"/>
            <ac:picMk id="9" creationId="{00000000-0000-0000-0000-000000000000}"/>
          </ac:picMkLst>
        </pc:picChg>
        <pc:picChg chg="add mod">
          <ac:chgData name="김재현(IT융합공학과)" userId="fc3a5534-0176-40e4-a0af-2818e472cfc6" providerId="ADAL" clId="{63A87C9E-52BD-459A-9246-B7897EFFC934}" dt="2021-03-01T16:09:47.678" v="354" actId="1076"/>
          <ac:picMkLst>
            <pc:docMk/>
            <pc:sldMk cId="2287977855" sldId="306"/>
            <ac:picMk id="24" creationId="{56900723-638F-4EA8-A89D-DCFB2080AE11}"/>
          </ac:picMkLst>
        </pc:picChg>
        <pc:picChg chg="add mod">
          <ac:chgData name="김재현(IT융합공학과)" userId="fc3a5534-0176-40e4-a0af-2818e472cfc6" providerId="ADAL" clId="{63A87C9E-52BD-459A-9246-B7897EFFC934}" dt="2021-03-01T16:11:13.329" v="363" actId="1076"/>
          <ac:picMkLst>
            <pc:docMk/>
            <pc:sldMk cId="2287977855" sldId="306"/>
            <ac:picMk id="1026" creationId="{9BA28F0A-1B7E-454D-94D8-A8D26FD932DC}"/>
          </ac:picMkLst>
        </pc:picChg>
        <pc:picChg chg="add del mod">
          <ac:chgData name="김재현(IT융합공학과)" userId="fc3a5534-0176-40e4-a0af-2818e472cfc6" providerId="ADAL" clId="{63A87C9E-52BD-459A-9246-B7897EFFC934}" dt="2021-03-01T16:11:49.591" v="370" actId="1076"/>
          <ac:picMkLst>
            <pc:docMk/>
            <pc:sldMk cId="2287977855" sldId="306"/>
            <ac:picMk id="1028" creationId="{D61A50CC-D18C-4936-904B-FAEBE977980F}"/>
          </ac:picMkLst>
        </pc:picChg>
      </pc:sldChg>
      <pc:sldChg chg="addSp delSp modSp add modAnim">
        <pc:chgData name="김재현(IT융합공학과)" userId="fc3a5534-0176-40e4-a0af-2818e472cfc6" providerId="ADAL" clId="{63A87C9E-52BD-459A-9246-B7897EFFC934}" dt="2021-03-01T18:25:48.426" v="4195" actId="207"/>
        <pc:sldMkLst>
          <pc:docMk/>
          <pc:sldMk cId="1738051001" sldId="307"/>
        </pc:sldMkLst>
        <pc:spChg chg="mod">
          <ac:chgData name="김재현(IT융합공학과)" userId="fc3a5534-0176-40e4-a0af-2818e472cfc6" providerId="ADAL" clId="{63A87C9E-52BD-459A-9246-B7897EFFC934}" dt="2021-03-01T18:25:48.426" v="4195" actId="207"/>
          <ac:spMkLst>
            <pc:docMk/>
            <pc:sldMk cId="1738051001" sldId="307"/>
            <ac:spMk id="13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6:40:57.006" v="2881" actId="20577"/>
          <ac:spMkLst>
            <pc:docMk/>
            <pc:sldMk cId="1738051001" sldId="307"/>
            <ac:spMk id="14" creationId="{00000000-0000-0000-0000-000000000000}"/>
          </ac:spMkLst>
        </pc:spChg>
        <pc:spChg chg="del">
          <ac:chgData name="김재현(IT융합공학과)" userId="fc3a5534-0176-40e4-a0af-2818e472cfc6" providerId="ADAL" clId="{63A87C9E-52BD-459A-9246-B7897EFFC934}" dt="2021-03-01T16:31:16.920" v="2567" actId="478"/>
          <ac:spMkLst>
            <pc:docMk/>
            <pc:sldMk cId="1738051001" sldId="307"/>
            <ac:spMk id="15" creationId="{862BD7D1-5917-4FE7-A388-FB6E631FB5AD}"/>
          </ac:spMkLst>
        </pc:spChg>
        <pc:spChg chg="del mod">
          <ac:chgData name="김재현(IT융합공학과)" userId="fc3a5534-0176-40e4-a0af-2818e472cfc6" providerId="ADAL" clId="{63A87C9E-52BD-459A-9246-B7897EFFC934}" dt="2021-03-01T16:31:16.920" v="2567" actId="478"/>
          <ac:spMkLst>
            <pc:docMk/>
            <pc:sldMk cId="1738051001" sldId="307"/>
            <ac:spMk id="16" creationId="{6BA352A3-0BE3-4D05-BDDB-019D31A7D289}"/>
          </ac:spMkLst>
        </pc:spChg>
        <pc:spChg chg="del">
          <ac:chgData name="김재현(IT융합공학과)" userId="fc3a5534-0176-40e4-a0af-2818e472cfc6" providerId="ADAL" clId="{63A87C9E-52BD-459A-9246-B7897EFFC934}" dt="2021-03-01T16:31:16.920" v="2567" actId="478"/>
          <ac:spMkLst>
            <pc:docMk/>
            <pc:sldMk cId="1738051001" sldId="307"/>
            <ac:spMk id="17" creationId="{24F1CE6F-AE08-4A51-9195-FA79E449F5C3}"/>
          </ac:spMkLst>
        </pc:spChg>
        <pc:spChg chg="del">
          <ac:chgData name="김재현(IT융합공학과)" userId="fc3a5534-0176-40e4-a0af-2818e472cfc6" providerId="ADAL" clId="{63A87C9E-52BD-459A-9246-B7897EFFC934}" dt="2021-03-01T16:31:16.920" v="2567" actId="478"/>
          <ac:spMkLst>
            <pc:docMk/>
            <pc:sldMk cId="1738051001" sldId="307"/>
            <ac:spMk id="18" creationId="{995B3B58-DF17-44CB-B33A-F38EA5EEA83D}"/>
          </ac:spMkLst>
        </pc:spChg>
        <pc:spChg chg="mod">
          <ac:chgData name="김재현(IT융합공학과)" userId="fc3a5534-0176-40e4-a0af-2818e472cfc6" providerId="ADAL" clId="{63A87C9E-52BD-459A-9246-B7897EFFC934}" dt="2021-03-01T16:23:47.506" v="2446"/>
          <ac:spMkLst>
            <pc:docMk/>
            <pc:sldMk cId="1738051001" sldId="307"/>
            <ac:spMk id="19" creationId="{00000000-0000-0000-0000-000000000000}"/>
          </ac:spMkLst>
        </pc:spChg>
        <pc:spChg chg="del">
          <ac:chgData name="김재현(IT융합공학과)" userId="fc3a5534-0176-40e4-a0af-2818e472cfc6" providerId="ADAL" clId="{63A87C9E-52BD-459A-9246-B7897EFFC934}" dt="2021-03-01T16:31:16.920" v="2567" actId="478"/>
          <ac:spMkLst>
            <pc:docMk/>
            <pc:sldMk cId="1738051001" sldId="307"/>
            <ac:spMk id="24" creationId="{00000000-0000-0000-0000-000000000000}"/>
          </ac:spMkLst>
        </pc:spChg>
        <pc:spChg chg="add del">
          <ac:chgData name="김재현(IT융합공학과)" userId="fc3a5534-0176-40e4-a0af-2818e472cfc6" providerId="ADAL" clId="{63A87C9E-52BD-459A-9246-B7897EFFC934}" dt="2021-03-01T16:29:43.344" v="2555"/>
          <ac:spMkLst>
            <pc:docMk/>
            <pc:sldMk cId="1738051001" sldId="307"/>
            <ac:spMk id="27" creationId="{28E9F9A2-859E-47E5-B024-9846A1D06ED2}"/>
          </ac:spMkLst>
        </pc:spChg>
        <pc:spChg chg="add del mod">
          <ac:chgData name="김재현(IT융합공학과)" userId="fc3a5534-0176-40e4-a0af-2818e472cfc6" providerId="ADAL" clId="{63A87C9E-52BD-459A-9246-B7897EFFC934}" dt="2021-03-01T16:34:45.009" v="2829" actId="478"/>
          <ac:spMkLst>
            <pc:docMk/>
            <pc:sldMk cId="1738051001" sldId="307"/>
            <ac:spMk id="29" creationId="{68F105F5-D5E0-49E6-88A3-189A2AEF6C97}"/>
          </ac:spMkLst>
        </pc:spChg>
        <pc:graphicFrameChg chg="del">
          <ac:chgData name="김재현(IT융합공학과)" userId="fc3a5534-0176-40e4-a0af-2818e472cfc6" providerId="ADAL" clId="{63A87C9E-52BD-459A-9246-B7897EFFC934}" dt="2021-03-01T16:23:49.362" v="2447" actId="478"/>
          <ac:graphicFrameMkLst>
            <pc:docMk/>
            <pc:sldMk cId="1738051001" sldId="307"/>
            <ac:graphicFrameMk id="11" creationId="{CD243674-7571-EE4E-AABD-5541D9EBFDE1}"/>
          </ac:graphicFrameMkLst>
        </pc:graphicFrameChg>
        <pc:picChg chg="add mod modCrop">
          <ac:chgData name="김재현(IT융합공학과)" userId="fc3a5534-0176-40e4-a0af-2818e472cfc6" providerId="ADAL" clId="{63A87C9E-52BD-459A-9246-B7897EFFC934}" dt="2021-03-01T16:30:25.649" v="2564" actId="18131"/>
          <ac:picMkLst>
            <pc:docMk/>
            <pc:sldMk cId="1738051001" sldId="307"/>
            <ac:picMk id="3" creationId="{97E5169C-F1C3-40EF-A192-AAFF7FDED913}"/>
          </ac:picMkLst>
        </pc:picChg>
        <pc:picChg chg="add mod modCrop">
          <ac:chgData name="김재현(IT융합공학과)" userId="fc3a5534-0176-40e4-a0af-2818e472cfc6" providerId="ADAL" clId="{63A87C9E-52BD-459A-9246-B7897EFFC934}" dt="2021-03-01T16:30:34.636" v="2566" actId="18131"/>
          <ac:picMkLst>
            <pc:docMk/>
            <pc:sldMk cId="1738051001" sldId="307"/>
            <ac:picMk id="5" creationId="{FF247D80-1FC7-4EB8-9811-E0133C8EF4E5}"/>
          </ac:picMkLst>
        </pc:picChg>
        <pc:picChg chg="add mod modCrop">
          <ac:chgData name="김재현(IT융합공학과)" userId="fc3a5534-0176-40e4-a0af-2818e472cfc6" providerId="ADAL" clId="{63A87C9E-52BD-459A-9246-B7897EFFC934}" dt="2021-03-01T16:30:30.578" v="2565" actId="18131"/>
          <ac:picMkLst>
            <pc:docMk/>
            <pc:sldMk cId="1738051001" sldId="307"/>
            <ac:picMk id="7" creationId="{88067F2D-0605-4A76-88FC-C25EF46C4401}"/>
          </ac:picMkLst>
        </pc:picChg>
        <pc:picChg chg="add del mod modCrop">
          <ac:chgData name="김재현(IT융합공학과)" userId="fc3a5534-0176-40e4-a0af-2818e472cfc6" providerId="ADAL" clId="{63A87C9E-52BD-459A-9246-B7897EFFC934}" dt="2021-03-01T16:28:35.119" v="2539" actId="478"/>
          <ac:picMkLst>
            <pc:docMk/>
            <pc:sldMk cId="1738051001" sldId="307"/>
            <ac:picMk id="9" creationId="{D2BB35DA-D76C-4B99-9F87-4BF2CB72815D}"/>
          </ac:picMkLst>
        </pc:picChg>
        <pc:picChg chg="add del mod modCrop">
          <ac:chgData name="김재현(IT융합공학과)" userId="fc3a5534-0176-40e4-a0af-2818e472cfc6" providerId="ADAL" clId="{63A87C9E-52BD-459A-9246-B7897EFFC934}" dt="2021-03-01T16:28:35.614" v="2540" actId="478"/>
          <ac:picMkLst>
            <pc:docMk/>
            <pc:sldMk cId="1738051001" sldId="307"/>
            <ac:picMk id="20" creationId="{5303B31A-A9D7-4D39-8DB5-F90D19382162}"/>
          </ac:picMkLst>
        </pc:picChg>
        <pc:picChg chg="add mod modCrop">
          <ac:chgData name="김재현(IT융합공학과)" userId="fc3a5534-0176-40e4-a0af-2818e472cfc6" providerId="ADAL" clId="{63A87C9E-52BD-459A-9246-B7897EFFC934}" dt="2021-03-01T16:30:21.241" v="2563" actId="18131"/>
          <ac:picMkLst>
            <pc:docMk/>
            <pc:sldMk cId="1738051001" sldId="307"/>
            <ac:picMk id="22" creationId="{EC1D47D3-9975-40A1-AC40-0C78CCE48DB5}"/>
          </ac:picMkLst>
        </pc:picChg>
        <pc:picChg chg="add del mod">
          <ac:chgData name="김재현(IT융합공학과)" userId="fc3a5534-0176-40e4-a0af-2818e472cfc6" providerId="ADAL" clId="{63A87C9E-52BD-459A-9246-B7897EFFC934}" dt="2021-03-01T16:28:58.160" v="2548" actId="478"/>
          <ac:picMkLst>
            <pc:docMk/>
            <pc:sldMk cId="1738051001" sldId="307"/>
            <ac:picMk id="25" creationId="{5890A2CB-E225-4678-BA66-A0ABB581AF9C}"/>
          </ac:picMkLst>
        </pc:picChg>
        <pc:picChg chg="add del mod">
          <ac:chgData name="김재현(IT융합공학과)" userId="fc3a5534-0176-40e4-a0af-2818e472cfc6" providerId="ADAL" clId="{63A87C9E-52BD-459A-9246-B7897EFFC934}" dt="2021-03-01T16:28:33.334" v="2538" actId="478"/>
          <ac:picMkLst>
            <pc:docMk/>
            <pc:sldMk cId="1738051001" sldId="307"/>
            <ac:picMk id="26" creationId="{50213E70-DCFC-49F4-81B9-F55E6BDA809E}"/>
          </ac:picMkLst>
        </pc:picChg>
        <pc:picChg chg="add mod">
          <ac:chgData name="김재현(IT융합공학과)" userId="fc3a5534-0176-40e4-a0af-2818e472cfc6" providerId="ADAL" clId="{63A87C9E-52BD-459A-9246-B7897EFFC934}" dt="2021-03-01T16:29:57.692" v="2561" actId="1076"/>
          <ac:picMkLst>
            <pc:docMk/>
            <pc:sldMk cId="1738051001" sldId="307"/>
            <ac:picMk id="2052" creationId="{23A1DC42-20F9-46B4-9B7B-525CC13F9CB4}"/>
          </ac:picMkLst>
        </pc:picChg>
        <pc:picChg chg="add mod">
          <ac:chgData name="김재현(IT융합공학과)" userId="fc3a5534-0176-40e4-a0af-2818e472cfc6" providerId="ADAL" clId="{63A87C9E-52BD-459A-9246-B7897EFFC934}" dt="2021-03-01T16:37:09.844" v="2860" actId="1076"/>
          <ac:picMkLst>
            <pc:docMk/>
            <pc:sldMk cId="1738051001" sldId="307"/>
            <ac:picMk id="2054" creationId="{2C929EE5-16C0-4BA7-80C2-33BEEC7C3F84}"/>
          </ac:picMkLst>
        </pc:picChg>
        <pc:picChg chg="add mod">
          <ac:chgData name="김재현(IT융합공학과)" userId="fc3a5534-0176-40e4-a0af-2818e472cfc6" providerId="ADAL" clId="{63A87C9E-52BD-459A-9246-B7897EFFC934}" dt="2021-03-01T16:37:09.844" v="2860" actId="1076"/>
          <ac:picMkLst>
            <pc:docMk/>
            <pc:sldMk cId="1738051001" sldId="307"/>
            <ac:picMk id="2056" creationId="{923DF66B-3823-4F8C-BB32-676D6EAFEAA0}"/>
          </ac:picMkLst>
        </pc:picChg>
        <pc:picChg chg="add mod modCrop">
          <ac:chgData name="김재현(IT융합공학과)" userId="fc3a5534-0176-40e4-a0af-2818e472cfc6" providerId="ADAL" clId="{63A87C9E-52BD-459A-9246-B7897EFFC934}" dt="2021-03-01T16:37:09.844" v="2860" actId="1076"/>
          <ac:picMkLst>
            <pc:docMk/>
            <pc:sldMk cId="1738051001" sldId="307"/>
            <ac:picMk id="2058" creationId="{35BED57A-9EA5-42D8-A764-3461292BF096}"/>
          </ac:picMkLst>
        </pc:picChg>
        <pc:picChg chg="add mod">
          <ac:chgData name="김재현(IT융합공학과)" userId="fc3a5534-0176-40e4-a0af-2818e472cfc6" providerId="ADAL" clId="{63A87C9E-52BD-459A-9246-B7897EFFC934}" dt="2021-03-01T16:37:16.838" v="2861" actId="1076"/>
          <ac:picMkLst>
            <pc:docMk/>
            <pc:sldMk cId="1738051001" sldId="307"/>
            <ac:picMk id="2060" creationId="{9BBEFF52-C6F0-4693-AAEA-34FEC884E6B3}"/>
          </ac:picMkLst>
        </pc:picChg>
        <pc:picChg chg="add mod">
          <ac:chgData name="김재현(IT융합공학과)" userId="fc3a5534-0176-40e4-a0af-2818e472cfc6" providerId="ADAL" clId="{63A87C9E-52BD-459A-9246-B7897EFFC934}" dt="2021-03-01T16:38:39.713" v="2867" actId="14100"/>
          <ac:picMkLst>
            <pc:docMk/>
            <pc:sldMk cId="1738051001" sldId="307"/>
            <ac:picMk id="2062" creationId="{1558A037-8E97-40E3-893D-A63E43B4AE55}"/>
          </ac:picMkLst>
        </pc:picChg>
        <pc:cxnChg chg="mod">
          <ac:chgData name="김재현(IT융합공학과)" userId="fc3a5534-0176-40e4-a0af-2818e472cfc6" providerId="ADAL" clId="{63A87C9E-52BD-459A-9246-B7897EFFC934}" dt="2021-03-01T16:29:42.670" v="2554" actId="1076"/>
          <ac:cxnSpMkLst>
            <pc:docMk/>
            <pc:sldMk cId="1738051001" sldId="307"/>
            <ac:cxnSpMk id="23" creationId="{00000000-0000-0000-0000-000000000000}"/>
          </ac:cxnSpMkLst>
        </pc:cxnChg>
      </pc:sldChg>
      <pc:sldChg chg="addSp delSp modSp add">
        <pc:chgData name="김재현(IT융합공학과)" userId="fc3a5534-0176-40e4-a0af-2818e472cfc6" providerId="ADAL" clId="{63A87C9E-52BD-459A-9246-B7897EFFC934}" dt="2021-03-01T18:25:51.645" v="4196" actId="207"/>
        <pc:sldMkLst>
          <pc:docMk/>
          <pc:sldMk cId="3847621229" sldId="308"/>
        </pc:sldMkLst>
        <pc:spChg chg="mod">
          <ac:chgData name="김재현(IT융합공학과)" userId="fc3a5534-0176-40e4-a0af-2818e472cfc6" providerId="ADAL" clId="{63A87C9E-52BD-459A-9246-B7897EFFC934}" dt="2021-03-01T18:25:51.645" v="4196" actId="207"/>
          <ac:spMkLst>
            <pc:docMk/>
            <pc:sldMk cId="3847621229" sldId="308"/>
            <ac:spMk id="10" creationId="{00000000-0000-0000-0000-000000000000}"/>
          </ac:spMkLst>
        </pc:spChg>
        <pc:spChg chg="add mod">
          <ac:chgData name="김재현(IT융합공학과)" userId="fc3a5534-0176-40e4-a0af-2818e472cfc6" providerId="ADAL" clId="{63A87C9E-52BD-459A-9246-B7897EFFC934}" dt="2021-03-01T16:41:16.691" v="2915"/>
          <ac:spMkLst>
            <pc:docMk/>
            <pc:sldMk cId="3847621229" sldId="308"/>
            <ac:spMk id="11" creationId="{21BA47B9-2147-4E6A-BC19-178B3271876C}"/>
          </ac:spMkLst>
        </pc:spChg>
        <pc:spChg chg="mod">
          <ac:chgData name="김재현(IT융합공학과)" userId="fc3a5534-0176-40e4-a0af-2818e472cfc6" providerId="ADAL" clId="{63A87C9E-52BD-459A-9246-B7897EFFC934}" dt="2021-03-01T16:40:59.754" v="2883" actId="20577"/>
          <ac:spMkLst>
            <pc:docMk/>
            <pc:sldMk cId="3847621229" sldId="308"/>
            <ac:spMk id="17" creationId="{00000000-0000-0000-0000-000000000000}"/>
          </ac:spMkLst>
        </pc:spChg>
        <pc:grpChg chg="del">
          <ac:chgData name="김재현(IT융합공학과)" userId="fc3a5534-0176-40e4-a0af-2818e472cfc6" providerId="ADAL" clId="{63A87C9E-52BD-459A-9246-B7897EFFC934}" dt="2021-03-01T16:41:06.100" v="2885" actId="478"/>
          <ac:grpSpMkLst>
            <pc:docMk/>
            <pc:sldMk cId="3847621229" sldId="308"/>
            <ac:grpSpMk id="18" creationId="{00000000-0000-0000-0000-000000000000}"/>
          </ac:grpSpMkLst>
        </pc:grpChg>
        <pc:graphicFrameChg chg="mod modGraphic">
          <ac:chgData name="김재현(IT융합공학과)" userId="fc3a5534-0176-40e4-a0af-2818e472cfc6" providerId="ADAL" clId="{63A87C9E-52BD-459A-9246-B7897EFFC934}" dt="2021-03-01T18:24:40.227" v="4187" actId="14100"/>
          <ac:graphicFrameMkLst>
            <pc:docMk/>
            <pc:sldMk cId="3847621229" sldId="308"/>
            <ac:graphicFrameMk id="3" creationId="{00000000-0000-0000-0000-000000000000}"/>
          </ac:graphicFrameMkLst>
        </pc:graphicFrameChg>
      </pc:sldChg>
      <pc:sldChg chg="addSp delSp modSp add delAnim">
        <pc:chgData name="김재현(IT융합공학과)" userId="fc3a5534-0176-40e4-a0af-2818e472cfc6" providerId="ADAL" clId="{63A87C9E-52BD-459A-9246-B7897EFFC934}" dt="2021-03-01T18:25:54.849" v="4197" actId="207"/>
        <pc:sldMkLst>
          <pc:docMk/>
          <pc:sldMk cId="3580179729" sldId="309"/>
        </pc:sldMkLst>
        <pc:spChg chg="mod">
          <ac:chgData name="김재현(IT융합공학과)" userId="fc3a5534-0176-40e4-a0af-2818e472cfc6" providerId="ADAL" clId="{63A87C9E-52BD-459A-9246-B7897EFFC934}" dt="2021-03-01T18:25:54.849" v="4197" actId="207"/>
          <ac:spMkLst>
            <pc:docMk/>
            <pc:sldMk cId="3580179729" sldId="309"/>
            <ac:spMk id="13" creationId="{00000000-0000-0000-0000-000000000000}"/>
          </ac:spMkLst>
        </pc:spChg>
        <pc:spChg chg="mod">
          <ac:chgData name="김재현(IT융합공학과)" userId="fc3a5534-0176-40e4-a0af-2818e472cfc6" providerId="ADAL" clId="{63A87C9E-52BD-459A-9246-B7897EFFC934}" dt="2021-03-01T17:32:44.736" v="3953" actId="20577"/>
          <ac:spMkLst>
            <pc:docMk/>
            <pc:sldMk cId="3580179729" sldId="309"/>
            <ac:spMk id="14" creationId="{00000000-0000-0000-0000-000000000000}"/>
          </ac:spMkLst>
        </pc:spChg>
        <pc:spChg chg="add mod">
          <ac:chgData name="김재현(IT융합공학과)" userId="fc3a5534-0176-40e4-a0af-2818e472cfc6" providerId="ADAL" clId="{63A87C9E-52BD-459A-9246-B7897EFFC934}" dt="2021-03-01T18:23:57.579" v="4177"/>
          <ac:spMkLst>
            <pc:docMk/>
            <pc:sldMk cId="3580179729" sldId="309"/>
            <ac:spMk id="18" creationId="{DA33D6E3-2F43-4D39-80BA-C2BA722170A4}"/>
          </ac:spMkLst>
        </pc:spChg>
        <pc:spChg chg="mod">
          <ac:chgData name="김재현(IT융합공학과)" userId="fc3a5534-0176-40e4-a0af-2818e472cfc6" providerId="ADAL" clId="{63A87C9E-52BD-459A-9246-B7897EFFC934}" dt="2021-03-01T17:32:47.850" v="3961"/>
          <ac:spMkLst>
            <pc:docMk/>
            <pc:sldMk cId="3580179729" sldId="309"/>
            <ac:spMk id="19" creationId="{00000000-0000-0000-0000-000000000000}"/>
          </ac:spMkLst>
        </pc:spChg>
        <pc:spChg chg="add del">
          <ac:chgData name="김재현(IT융합공학과)" userId="fc3a5534-0176-40e4-a0af-2818e472cfc6" providerId="ADAL" clId="{63A87C9E-52BD-459A-9246-B7897EFFC934}" dt="2021-03-01T18:19:31.486" v="4054"/>
          <ac:spMkLst>
            <pc:docMk/>
            <pc:sldMk cId="3580179729" sldId="309"/>
            <ac:spMk id="20" creationId="{AF33110C-FAF9-444D-9A26-2D6BC6D2A4EA}"/>
          </ac:spMkLst>
        </pc:spChg>
        <pc:spChg chg="add mod">
          <ac:chgData name="김재현(IT융합공학과)" userId="fc3a5534-0176-40e4-a0af-2818e472cfc6" providerId="ADAL" clId="{63A87C9E-52BD-459A-9246-B7897EFFC934}" dt="2021-03-01T18:23:49.735" v="4163"/>
          <ac:spMkLst>
            <pc:docMk/>
            <pc:sldMk cId="3580179729" sldId="309"/>
            <ac:spMk id="21" creationId="{7D29BF29-CB1C-46AA-944D-98C1C99150C4}"/>
          </ac:spMkLst>
        </pc:spChg>
        <pc:picChg chg="del">
          <ac:chgData name="김재현(IT융합공학과)" userId="fc3a5534-0176-40e4-a0af-2818e472cfc6" providerId="ADAL" clId="{63A87C9E-52BD-459A-9246-B7897EFFC934}" dt="2021-03-01T17:32:48.568" v="3962" actId="478"/>
          <ac:picMkLst>
            <pc:docMk/>
            <pc:sldMk cId="3580179729" sldId="309"/>
            <ac:picMk id="3" creationId="{97E5169C-F1C3-40EF-A192-AAFF7FDED913}"/>
          </ac:picMkLst>
        </pc:picChg>
        <pc:picChg chg="del">
          <ac:chgData name="김재현(IT융합공학과)" userId="fc3a5534-0176-40e4-a0af-2818e472cfc6" providerId="ADAL" clId="{63A87C9E-52BD-459A-9246-B7897EFFC934}" dt="2021-03-01T17:32:50.006" v="3966" actId="478"/>
          <ac:picMkLst>
            <pc:docMk/>
            <pc:sldMk cId="3580179729" sldId="309"/>
            <ac:picMk id="5" creationId="{FF247D80-1FC7-4EB8-9811-E0133C8EF4E5}"/>
          </ac:picMkLst>
        </pc:picChg>
        <pc:picChg chg="del">
          <ac:chgData name="김재현(IT융합공학과)" userId="fc3a5534-0176-40e4-a0af-2818e472cfc6" providerId="ADAL" clId="{63A87C9E-52BD-459A-9246-B7897EFFC934}" dt="2021-03-01T17:32:49.334" v="3964" actId="478"/>
          <ac:picMkLst>
            <pc:docMk/>
            <pc:sldMk cId="3580179729" sldId="309"/>
            <ac:picMk id="7" creationId="{88067F2D-0605-4A76-88FC-C25EF46C4401}"/>
          </ac:picMkLst>
        </pc:picChg>
        <pc:picChg chg="del">
          <ac:chgData name="김재현(IT융합공학과)" userId="fc3a5534-0176-40e4-a0af-2818e472cfc6" providerId="ADAL" clId="{63A87C9E-52BD-459A-9246-B7897EFFC934}" dt="2021-03-01T17:32:49.647" v="3965" actId="478"/>
          <ac:picMkLst>
            <pc:docMk/>
            <pc:sldMk cId="3580179729" sldId="309"/>
            <ac:picMk id="22" creationId="{EC1D47D3-9975-40A1-AC40-0C78CCE48DB5}"/>
          </ac:picMkLst>
        </pc:picChg>
        <pc:picChg chg="del">
          <ac:chgData name="김재현(IT융합공학과)" userId="fc3a5534-0176-40e4-a0af-2818e472cfc6" providerId="ADAL" clId="{63A87C9E-52BD-459A-9246-B7897EFFC934}" dt="2021-03-01T17:32:48.834" v="3963" actId="478"/>
          <ac:picMkLst>
            <pc:docMk/>
            <pc:sldMk cId="3580179729" sldId="309"/>
            <ac:picMk id="2052" creationId="{23A1DC42-20F9-46B4-9B7B-525CC13F9CB4}"/>
          </ac:picMkLst>
        </pc:picChg>
        <pc:picChg chg="del">
          <ac:chgData name="김재현(IT융합공학과)" userId="fc3a5534-0176-40e4-a0af-2818e472cfc6" providerId="ADAL" clId="{63A87C9E-52BD-459A-9246-B7897EFFC934}" dt="2021-03-01T17:32:51.897" v="3969" actId="478"/>
          <ac:picMkLst>
            <pc:docMk/>
            <pc:sldMk cId="3580179729" sldId="309"/>
            <ac:picMk id="2054" creationId="{2C929EE5-16C0-4BA7-80C2-33BEEC7C3F84}"/>
          </ac:picMkLst>
        </pc:picChg>
        <pc:picChg chg="del">
          <ac:chgData name="김재현(IT융합공학과)" userId="fc3a5534-0176-40e4-a0af-2818e472cfc6" providerId="ADAL" clId="{63A87C9E-52BD-459A-9246-B7897EFFC934}" dt="2021-03-01T17:32:52.147" v="3970" actId="478"/>
          <ac:picMkLst>
            <pc:docMk/>
            <pc:sldMk cId="3580179729" sldId="309"/>
            <ac:picMk id="2056" creationId="{923DF66B-3823-4F8C-BB32-676D6EAFEAA0}"/>
          </ac:picMkLst>
        </pc:picChg>
        <pc:picChg chg="del">
          <ac:chgData name="김재현(IT융합공학과)" userId="fc3a5534-0176-40e4-a0af-2818e472cfc6" providerId="ADAL" clId="{63A87C9E-52BD-459A-9246-B7897EFFC934}" dt="2021-03-01T17:32:52.448" v="3971" actId="478"/>
          <ac:picMkLst>
            <pc:docMk/>
            <pc:sldMk cId="3580179729" sldId="309"/>
            <ac:picMk id="2058" creationId="{35BED57A-9EA5-42D8-A764-3461292BF096}"/>
          </ac:picMkLst>
        </pc:picChg>
        <pc:picChg chg="del">
          <ac:chgData name="김재현(IT융합공학과)" userId="fc3a5534-0176-40e4-a0af-2818e472cfc6" providerId="ADAL" clId="{63A87C9E-52BD-459A-9246-B7897EFFC934}" dt="2021-03-01T17:32:51.444" v="3968" actId="478"/>
          <ac:picMkLst>
            <pc:docMk/>
            <pc:sldMk cId="3580179729" sldId="309"/>
            <ac:picMk id="2060" creationId="{9BBEFF52-C6F0-4693-AAEA-34FEC884E6B3}"/>
          </ac:picMkLst>
        </pc:picChg>
        <pc:picChg chg="del">
          <ac:chgData name="김재현(IT융합공학과)" userId="fc3a5534-0176-40e4-a0af-2818e472cfc6" providerId="ADAL" clId="{63A87C9E-52BD-459A-9246-B7897EFFC934}" dt="2021-03-01T17:32:50.975" v="3967" actId="478"/>
          <ac:picMkLst>
            <pc:docMk/>
            <pc:sldMk cId="3580179729" sldId="309"/>
            <ac:picMk id="2062" creationId="{1558A037-8E97-40E3-893D-A63E43B4AE55}"/>
          </ac:picMkLst>
        </pc:picChg>
        <pc:picChg chg="add mod">
          <ac:chgData name="김재현(IT융합공학과)" userId="fc3a5534-0176-40e4-a0af-2818e472cfc6" providerId="ADAL" clId="{63A87C9E-52BD-459A-9246-B7897EFFC934}" dt="2021-03-01T17:33:18.816" v="3981" actId="1076"/>
          <ac:picMkLst>
            <pc:docMk/>
            <pc:sldMk cId="3580179729" sldId="309"/>
            <ac:picMk id="4098" creationId="{0608BA2E-85DD-4F5F-B483-A028ACBB4CCA}"/>
          </ac:picMkLst>
        </pc:picChg>
      </pc:sldChg>
      <pc:sldChg chg="delSp modSp add">
        <pc:chgData name="김재현(IT융합공학과)" userId="fc3a5534-0176-40e4-a0af-2818e472cfc6" providerId="ADAL" clId="{63A87C9E-52BD-459A-9246-B7897EFFC934}" dt="2021-03-01T18:28:21.589" v="4237" actId="1076"/>
        <pc:sldMkLst>
          <pc:docMk/>
          <pc:sldMk cId="222175351" sldId="311"/>
        </pc:sldMkLst>
        <pc:spChg chg="mod">
          <ac:chgData name="김재현(IT융합공학과)" userId="fc3a5534-0176-40e4-a0af-2818e472cfc6" providerId="ADAL" clId="{63A87C9E-52BD-459A-9246-B7897EFFC934}" dt="2021-03-01T18:28:21.589" v="4237" actId="1076"/>
          <ac:spMkLst>
            <pc:docMk/>
            <pc:sldMk cId="222175351" sldId="311"/>
            <ac:spMk id="4" creationId="{00000000-0000-0000-0000-000000000000}"/>
          </ac:spMkLst>
        </pc:spChg>
        <pc:spChg chg="del">
          <ac:chgData name="김재현(IT융합공학과)" userId="fc3a5534-0176-40e4-a0af-2818e472cfc6" providerId="ADAL" clId="{63A87C9E-52BD-459A-9246-B7897EFFC934}" dt="2021-03-01T18:27:24.502" v="4214" actId="478"/>
          <ac:spMkLst>
            <pc:docMk/>
            <pc:sldMk cId="222175351" sldId="311"/>
            <ac:spMk id="10" creationId="{A9DAE130-7748-434C-B23B-00131A083F17}"/>
          </ac:spMkLst>
        </pc:spChg>
        <pc:spChg chg="del mod">
          <ac:chgData name="김재현(IT융합공학과)" userId="fc3a5534-0176-40e4-a0af-2818e472cfc6" providerId="ADAL" clId="{63A87C9E-52BD-459A-9246-B7897EFFC934}" dt="2021-03-01T18:27:56.178" v="4220" actId="478"/>
          <ac:spMkLst>
            <pc:docMk/>
            <pc:sldMk cId="222175351" sldId="311"/>
            <ac:spMk id="11" creationId="{A928ABA8-6075-4D5C-ADC9-616B67A920FA}"/>
          </ac:spMkLst>
        </pc:spChg>
        <pc:grpChg chg="mod">
          <ac:chgData name="김재현(IT융합공학과)" userId="fc3a5534-0176-40e4-a0af-2818e472cfc6" providerId="ADAL" clId="{63A87C9E-52BD-459A-9246-B7897EFFC934}" dt="2021-03-01T18:27:53.771" v="4219" actId="196"/>
          <ac:grpSpMkLst>
            <pc:docMk/>
            <pc:sldMk cId="222175351" sldId="311"/>
            <ac:grpSpMk id="2" creationId="{00000000-0000-0000-0000-000000000000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/>
              <a:t>국내 수면산업 규모 </a:t>
            </a:r>
            <a:r>
              <a:rPr lang="en-US" altLang="ko-KR" sz="1200" b="1"/>
              <a:t>(</a:t>
            </a:r>
            <a:r>
              <a:rPr lang="ko-KR" altLang="en-US" sz="1200" b="1"/>
              <a:t>단위</a:t>
            </a:r>
            <a:r>
              <a:rPr lang="en-US" altLang="ko-KR" sz="1200" b="1"/>
              <a:t>: </a:t>
            </a:r>
            <a:r>
              <a:rPr lang="ko-KR" altLang="en-US" sz="1200" b="1"/>
              <a:t>억</a:t>
            </a:r>
            <a:r>
              <a:rPr lang="en-US" altLang="ko-KR" sz="1200" b="1"/>
              <a:t>)</a:t>
            </a:r>
            <a:endParaRPr lang="ko-KR" alt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F58-4743-896E-2943DF205C41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F58-4743-896E-2943DF205C41}"/>
              </c:ext>
            </c:extLst>
          </c:dPt>
          <c:xVal>
            <c:numRef>
              <c:f>Sheet1!$G$6:$G$12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2019</c:v>
                </c:pt>
              </c:numCache>
            </c:numRef>
          </c:xVal>
          <c:yVal>
            <c:numRef>
              <c:f>Sheet1!$H$6:$H$12</c:f>
              <c:numCache>
                <c:formatCode>General</c:formatCode>
                <c:ptCount val="7"/>
                <c:pt idx="0">
                  <c:v>4800</c:v>
                </c:pt>
                <c:pt idx="1">
                  <c:v>5000</c:v>
                </c:pt>
                <c:pt idx="2">
                  <c:v>8000</c:v>
                </c:pt>
                <c:pt idx="3">
                  <c:v>15000</c:v>
                </c:pt>
                <c:pt idx="4">
                  <c:v>20000</c:v>
                </c:pt>
                <c:pt idx="5">
                  <c:v>24000</c:v>
                </c:pt>
                <c:pt idx="6">
                  <c:v>30000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F58-4743-896E-2943DF20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7841983"/>
        <c:axId val="2077328623"/>
      </c:scatterChart>
      <c:valAx>
        <c:axId val="20778419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800"/>
                  <a:t>출처</a:t>
                </a:r>
                <a:r>
                  <a:rPr lang="en-US" altLang="ko-KR" sz="800"/>
                  <a:t>:</a:t>
                </a:r>
                <a:r>
                  <a:rPr lang="en-US" altLang="ko-KR" sz="900"/>
                  <a:t> </a:t>
                </a:r>
                <a:r>
                  <a:rPr lang="ko-KR" altLang="en-US" sz="800"/>
                  <a:t>한국수면산업학회</a:t>
                </a:r>
                <a:endParaRPr lang="ko-KR" altLang="en-US" sz="900"/>
              </a:p>
            </c:rich>
          </c:tx>
          <c:layout>
            <c:manualLayout>
              <c:xMode val="edge"/>
              <c:yMode val="edge"/>
              <c:x val="0.74643314486185797"/>
              <c:y val="0.9496737449599971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7328623"/>
        <c:crosses val="autoZero"/>
        <c:crossBetween val="midCat"/>
      </c:valAx>
      <c:valAx>
        <c:axId val="2077328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78419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513BA-3E82-4812-9926-DD5B40EAAC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C2647-C259-4EB5-84B8-93A3F8E54DE7}" type="datetimeFigureOut">
              <a:rPr lang="ko-KR" altLang="en-US" smtClean="0"/>
              <a:t>2021-03-08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866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0BA11-FEDB-4E64-B4BE-9FDEE8123FE3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D56DB-D808-478E-8624-F84E557D34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90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2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12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BC96B1FF-7BD9-4516-AAE9-00C204D3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720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35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60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16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417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87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1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52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15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1C398-EBCC-4210-8AFD-1D056CED0821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04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9402" y="2297454"/>
            <a:ext cx="46179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spc="-300">
                <a:solidFill>
                  <a:schemeClr val="accent1">
                    <a:alpha val="70000"/>
                  </a:schemeClr>
                </a:solidFill>
              </a:rPr>
              <a:t> Sleep Well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8162925" y="2348030"/>
            <a:ext cx="3376734" cy="1866900"/>
            <a:chOff x="8162925" y="2495550"/>
            <a:chExt cx="3376734" cy="1866900"/>
          </a:xfrm>
        </p:grpSpPr>
        <p:sp>
          <p:nvSpPr>
            <p:cNvPr id="5" name="이등변 삼각형 4"/>
            <p:cNvSpPr/>
            <p:nvPr/>
          </p:nvSpPr>
          <p:spPr>
            <a:xfrm>
              <a:off x="8162925" y="2495550"/>
              <a:ext cx="2165604" cy="1866900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>
              <a:off x="9374055" y="2495550"/>
              <a:ext cx="2165604" cy="186690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9DAE130-7748-434C-B23B-00131A083F17}"/>
              </a:ext>
            </a:extLst>
          </p:cNvPr>
          <p:cNvSpPr txBox="1"/>
          <p:nvPr/>
        </p:nvSpPr>
        <p:spPr>
          <a:xfrm>
            <a:off x="652341" y="3781926"/>
            <a:ext cx="2513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spc="-300">
                <a:solidFill>
                  <a:schemeClr val="accent1">
                    <a:alpha val="70000"/>
                  </a:schemeClr>
                </a:solidFill>
              </a:rPr>
              <a:t>Proposal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8ABA8-6075-4D5C-ADC9-616B67A920FA}"/>
              </a:ext>
            </a:extLst>
          </p:cNvPr>
          <p:cNvSpPr txBox="1"/>
          <p:nvPr/>
        </p:nvSpPr>
        <p:spPr>
          <a:xfrm>
            <a:off x="8421453" y="4289757"/>
            <a:ext cx="3288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>
                <a:solidFill>
                  <a:srgbClr val="AED7E8"/>
                </a:solidFill>
              </a:rPr>
              <a:t>20160034 </a:t>
            </a:r>
            <a:r>
              <a:rPr lang="ko-KR" altLang="en-US" sz="3600" b="1" spc="-300">
                <a:solidFill>
                  <a:srgbClr val="AED7E8"/>
                </a:solidFill>
              </a:rPr>
              <a:t>김재현</a:t>
            </a:r>
            <a:endParaRPr lang="en-US" altLang="ko-KR" sz="3600" b="1" spc="-300">
              <a:solidFill>
                <a:srgbClr val="AED7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74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/>
          <p:cNvCxnSpPr>
            <a:cxnSpLocks/>
          </p:cNvCxnSpPr>
          <p:nvPr/>
        </p:nvCxnSpPr>
        <p:spPr>
          <a:xfrm>
            <a:off x="1188881" y="5393423"/>
            <a:ext cx="8909276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1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881" y="323244"/>
            <a:ext cx="11945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연구주제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9E3B09B-B57F-4DD1-845D-63A489494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297" y="1275472"/>
            <a:ext cx="7564534" cy="37822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A4F449-3D26-4883-B3B2-7656B481342F}"/>
              </a:ext>
            </a:extLst>
          </p:cNvPr>
          <p:cNvSpPr txBox="1"/>
          <p:nvPr/>
        </p:nvSpPr>
        <p:spPr>
          <a:xfrm>
            <a:off x="1188881" y="5582054"/>
            <a:ext cx="466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수면 중 자세 측정을 통한 피드백 시스템</a:t>
            </a:r>
          </a:p>
        </p:txBody>
      </p:sp>
    </p:spTree>
    <p:extLst>
      <p:ext uri="{BB962C8B-B14F-4D97-AF65-F5344CB8AC3E}">
        <p14:creationId xmlns:p14="http://schemas.microsoft.com/office/powerpoint/2010/main" val="374579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/>
          <p:cNvCxnSpPr/>
          <p:nvPr/>
        </p:nvCxnSpPr>
        <p:spPr>
          <a:xfrm>
            <a:off x="6096000" y="1722475"/>
            <a:ext cx="0" cy="401910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81114" y="1895730"/>
            <a:ext cx="432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생애의 </a:t>
            </a:r>
            <a:r>
              <a:rPr lang="en-US" altLang="ko-KR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1/3</a:t>
            </a:r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을 차지하는 활동</a:t>
            </a:r>
            <a:endParaRPr lang="en-US" altLang="ko-KR" sz="2800" b="1">
              <a:solidFill>
                <a:schemeClr val="tx2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2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881" y="323244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연구개요</a:t>
            </a: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CD243674-7571-EE4E-AABD-5541D9EBFD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512487"/>
              </p:ext>
            </p:extLst>
          </p:nvPr>
        </p:nvGraphicFramePr>
        <p:xfrm>
          <a:off x="1188881" y="1494899"/>
          <a:ext cx="4645619" cy="4246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62BD7D1-5917-4FE7-A388-FB6E631FB5AD}"/>
              </a:ext>
            </a:extLst>
          </p:cNvPr>
          <p:cNvSpPr txBox="1"/>
          <p:nvPr/>
        </p:nvSpPr>
        <p:spPr>
          <a:xfrm>
            <a:off x="6325456" y="3403224"/>
            <a:ext cx="2432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“</a:t>
            </a:r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슬리포노믹스</a:t>
            </a:r>
            <a:r>
              <a:rPr lang="en-US" altLang="ko-KR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A352A3-0BE3-4D05-BDDB-019D31A7D289}"/>
              </a:ext>
            </a:extLst>
          </p:cNvPr>
          <p:cNvSpPr txBox="1"/>
          <p:nvPr/>
        </p:nvSpPr>
        <p:spPr>
          <a:xfrm>
            <a:off x="6381114" y="4154853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선진국형 산업</a:t>
            </a:r>
            <a:endParaRPr lang="en-US" altLang="ko-KR" sz="2800" b="1">
              <a:solidFill>
                <a:schemeClr val="tx2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F1CE6F-AE08-4A51-9195-FA79E449F5C3}"/>
              </a:ext>
            </a:extLst>
          </p:cNvPr>
          <p:cNvSpPr txBox="1"/>
          <p:nvPr/>
        </p:nvSpPr>
        <p:spPr>
          <a:xfrm>
            <a:off x="6381114" y="4906482"/>
            <a:ext cx="4660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고가의 제품</a:t>
            </a:r>
            <a:r>
              <a:rPr lang="ko-KR" altLang="en-US" sz="20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en-US" altLang="ko-KR" sz="20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or </a:t>
            </a:r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일차원적 피드백</a:t>
            </a:r>
            <a:endParaRPr lang="en-US" altLang="ko-KR" sz="2800" b="1">
              <a:solidFill>
                <a:schemeClr val="tx2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5B3B58-DF17-44CB-B33A-F38EA5EEA83D}"/>
              </a:ext>
            </a:extLst>
          </p:cNvPr>
          <p:cNvSpPr txBox="1"/>
          <p:nvPr/>
        </p:nvSpPr>
        <p:spPr>
          <a:xfrm>
            <a:off x="6381114" y="2647359"/>
            <a:ext cx="46153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국민 </a:t>
            </a:r>
            <a:r>
              <a:rPr lang="en-US" altLang="ko-KR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65%</a:t>
            </a:r>
            <a:r>
              <a:rPr lang="ko-KR" altLang="en-US" sz="2800" b="1">
                <a:solidFill>
                  <a:schemeClr val="tx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는 수면 장애 겪는 중</a:t>
            </a:r>
            <a:endParaRPr lang="en-US" altLang="ko-KR" sz="2800" b="1">
              <a:solidFill>
                <a:schemeClr val="tx2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362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88881" y="4709537"/>
            <a:ext cx="34137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베개에서 음악을 제공하여 수면을 취할 수 있도록 도와주고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슬립 타이머를 이용해 음악 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on/off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를 제어할 수 있다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스마트 베개의 주요한 기능은 </a:t>
            </a:r>
            <a:r>
              <a:rPr lang="ko-KR" altLang="en-US" sz="1000" err="1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코골이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방지 기능인데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사용자가 </a:t>
            </a:r>
            <a:r>
              <a:rPr lang="ko-KR" altLang="en-US" sz="1000" err="1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코골이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중이라는 것을 인식하면 베개가 부드럽게 진동하여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새로운 수면 자세를 취할 수 있도록 유도한다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또한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수면 사이클 분석을 통해 적절한 시간에 기상할 수 있도록 도와줄 수 있다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000">
              <a:solidFill>
                <a:schemeClr val="tx2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76305" y="4113640"/>
            <a:ext cx="165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>
                <a:solidFill>
                  <a:schemeClr val="tx2">
                    <a:lumMod val="75000"/>
                  </a:schemeClr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스마트 베개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2181" y="4709537"/>
            <a:ext cx="34137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사진은 미국 기업 </a:t>
            </a:r>
            <a:r>
              <a:rPr lang="en-US" altLang="ko-KR" sz="1000" err="1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Dreamlight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의 제품으로 수면을 유도하는 주황색 등과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기상을 유도하는 녹색 등이 눈 부위에 위치해 보다 건강한 수면을 취할 수 있도록 돕는 기구이다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또한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적외선 치료 기능이 탑재되어 수면 중에 눈 주변의 혈액 순환을 촉진시키고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피부 미용을 챙기며 </a:t>
            </a:r>
            <a:r>
              <a:rPr lang="ko-KR" altLang="en-US" sz="1000" err="1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다크서클을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예방할 수 있다고 한다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이마가 닿는 부위에서 </a:t>
            </a:r>
            <a:r>
              <a:rPr lang="ko-KR" altLang="en-US" sz="1000" err="1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심박을</a:t>
            </a:r>
            <a:r>
              <a:rPr lang="ko-KR" altLang="en-US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모니터링하고 휴대폰과 연동되어 데이터를 주고 받을 수 있다</a:t>
            </a:r>
            <a:r>
              <a:rPr lang="en-US" altLang="ko-KR" sz="1000">
                <a:solidFill>
                  <a:schemeClr val="tx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000">
              <a:solidFill>
                <a:schemeClr val="tx2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56661" y="4113640"/>
            <a:ext cx="1380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>
                <a:solidFill>
                  <a:schemeClr val="tx2">
                    <a:lumMod val="75000"/>
                  </a:schemeClr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수면 안대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7881" y="4709537"/>
            <a:ext cx="34137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ko-KR" altLang="en-US" sz="1000" err="1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솜녹스의</a:t>
            </a:r>
            <a:r>
              <a:rPr lang="ko-KR" altLang="en-US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수면 쿠션은 이산화탄소 센서를 활용해 사용자의 수면 상태를 모니터링 한다</a:t>
            </a:r>
            <a:r>
              <a:rPr lang="en-US" altLang="ko-KR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깨어 있거나 불안정한 경우</a:t>
            </a:r>
            <a:r>
              <a:rPr lang="en-US" altLang="ko-KR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수면 쿠션에서 다양한 방법으로 수면을 유도하는데</a:t>
            </a:r>
            <a:r>
              <a:rPr lang="en-US" altLang="ko-KR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호흡조절법으로 불린다</a:t>
            </a:r>
            <a:r>
              <a:rPr lang="en-US" altLang="ko-KR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 err="1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호흡조절법이란</a:t>
            </a:r>
            <a:r>
              <a:rPr lang="ko-KR" altLang="en-US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사람의 심장박동과 호흡 방식을 수면 쿠션이 따라하게끔 하여 공기가 쿠션을 통해 들어가고 나가도록 한다</a:t>
            </a:r>
            <a:r>
              <a:rPr lang="en-US" altLang="ko-KR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이를 통해 부교감 신경계를 자극해 숙면으로 이끌 수 있다고 한다</a:t>
            </a:r>
            <a:r>
              <a:rPr lang="en-US" altLang="ko-KR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또한 스피커를 통해 백색 소음과 같은 음악을 재생할 수 있다고 한다</a:t>
            </a:r>
            <a:r>
              <a:rPr lang="en-US" altLang="ko-KR" sz="1000">
                <a:solidFill>
                  <a:srgbClr val="5D5B5B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000">
              <a:solidFill>
                <a:srgbClr val="5D5B5B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53964" y="4113640"/>
            <a:ext cx="1377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>
                <a:solidFill>
                  <a:schemeClr val="tx2">
                    <a:lumMod val="75000"/>
                  </a:schemeClr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수면 쿠션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2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C18323-14F7-46CE-AB76-8058BA366AB9}"/>
              </a:ext>
            </a:extLst>
          </p:cNvPr>
          <p:cNvSpPr txBox="1"/>
          <p:nvPr/>
        </p:nvSpPr>
        <p:spPr>
          <a:xfrm>
            <a:off x="1188881" y="323244"/>
            <a:ext cx="11897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연구개요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6900723-638F-4EA8-A89D-DCFB2080AE1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65" b="4249"/>
          <a:stretch/>
        </p:blipFill>
        <p:spPr bwMode="auto">
          <a:xfrm>
            <a:off x="1188881" y="1739956"/>
            <a:ext cx="3259557" cy="216964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2" descr="세상에서 가장 스마트한 수면 안대 드림라이트(Dreamlight) : 네이버 블로그">
            <a:extLst>
              <a:ext uri="{FF2B5EF4-FFF2-40B4-BE49-F238E27FC236}">
                <a16:creationId xmlns:a16="http://schemas.microsoft.com/office/drawing/2014/main" id="{9BA28F0A-1B7E-454D-94D8-A8D26FD93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253" y="1739956"/>
            <a:ext cx="3259557" cy="216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꿈잠을 돕는 세계 최초의 수면 로봇 '솜녹스' | 1boon">
            <a:extLst>
              <a:ext uri="{FF2B5EF4-FFF2-40B4-BE49-F238E27FC236}">
                <a16:creationId xmlns:a16="http://schemas.microsoft.com/office/drawing/2014/main" id="{D61A50CC-D18C-4936-904B-FAEBE9779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834" y="1739956"/>
            <a:ext cx="3259557" cy="216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97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/>
          <p:cNvCxnSpPr/>
          <p:nvPr/>
        </p:nvCxnSpPr>
        <p:spPr>
          <a:xfrm>
            <a:off x="6096000" y="1722475"/>
            <a:ext cx="0" cy="401910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3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881" y="323244"/>
            <a:ext cx="11961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연구동기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E5169C-F1C3-40EF-A192-AAFF7FDED9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99" b="8768"/>
          <a:stretch/>
        </p:blipFill>
        <p:spPr>
          <a:xfrm>
            <a:off x="4466172" y="1616746"/>
            <a:ext cx="1400373" cy="23674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247D80-1FC7-4EB8-9811-E0133C8EF4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11" b="8992"/>
          <a:stretch/>
        </p:blipFill>
        <p:spPr>
          <a:xfrm>
            <a:off x="4466172" y="4098142"/>
            <a:ext cx="1400375" cy="23610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067F2D-0605-4A76-88FC-C25EF46C44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06" b="9093"/>
          <a:stretch/>
        </p:blipFill>
        <p:spPr>
          <a:xfrm>
            <a:off x="918590" y="4098142"/>
            <a:ext cx="1365923" cy="23568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C1D47D3-9975-40A1-AC40-0C78CCE48D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0" t="37706" r="1070" b="8441"/>
          <a:stretch/>
        </p:blipFill>
        <p:spPr>
          <a:xfrm>
            <a:off x="918590" y="1616746"/>
            <a:ext cx="1365923" cy="2367985"/>
          </a:xfrm>
          <a:prstGeom prst="rect">
            <a:avLst/>
          </a:prstGeom>
        </p:spPr>
      </p:pic>
      <p:pic>
        <p:nvPicPr>
          <p:cNvPr id="2052" name="Picture 4" descr="갤럭시 핏2 (블랙) | Samsung 대한민국">
            <a:extLst>
              <a:ext uri="{FF2B5EF4-FFF2-40B4-BE49-F238E27FC236}">
                <a16:creationId xmlns:a16="http://schemas.microsoft.com/office/drawing/2014/main" id="{23A1DC42-20F9-46B4-9B7B-525CC13F9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176" y="2724364"/>
            <a:ext cx="3395210" cy="260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4시간의 기적 나폴레옹 수면법!">
            <a:extLst>
              <a:ext uri="{FF2B5EF4-FFF2-40B4-BE49-F238E27FC236}">
                <a16:creationId xmlns:a16="http://schemas.microsoft.com/office/drawing/2014/main" id="{2C929EE5-16C0-4BA7-80C2-33BEEC7C3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661" y="1629660"/>
            <a:ext cx="2030894" cy="239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기사 - [인물]천재의 사생활: 남자 혹은 남편 아인슈타인">
            <a:extLst>
              <a:ext uri="{FF2B5EF4-FFF2-40B4-BE49-F238E27FC236}">
                <a16:creationId xmlns:a16="http://schemas.microsoft.com/office/drawing/2014/main" id="{923DF66B-3823-4F8C-BB32-676D6EAFE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491" y="1624086"/>
            <a:ext cx="1730928" cy="239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네이비씰 수면법, 잠 못드는 밤을 위한 팁 : 네이버 포스트">
            <a:extLst>
              <a:ext uri="{FF2B5EF4-FFF2-40B4-BE49-F238E27FC236}">
                <a16:creationId xmlns:a16="http://schemas.microsoft.com/office/drawing/2014/main" id="{35BED57A-9EA5-42D8-A764-3461292BF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7" b="4318"/>
          <a:stretch/>
        </p:blipFill>
        <p:spPr bwMode="auto">
          <a:xfrm>
            <a:off x="6957630" y="4190612"/>
            <a:ext cx="4048061" cy="218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겨울에 졸음이 쏟아지거나 무기력하다면…'동곤증' 의심해야">
            <a:extLst>
              <a:ext uri="{FF2B5EF4-FFF2-40B4-BE49-F238E27FC236}">
                <a16:creationId xmlns:a16="http://schemas.microsoft.com/office/drawing/2014/main" id="{9BBEFF52-C6F0-4693-AAEA-34FEC884E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091" y="2323825"/>
            <a:ext cx="45720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lose up of man with smartwatch sleeping in bed Stock Photo by dolgachov">
            <a:extLst>
              <a:ext uri="{FF2B5EF4-FFF2-40B4-BE49-F238E27FC236}">
                <a16:creationId xmlns:a16="http://schemas.microsoft.com/office/drawing/2014/main" id="{1558A037-8E97-40E3-893D-A63E43B4A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091" y="2322464"/>
            <a:ext cx="4881927" cy="325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05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6"/>
              </a:solidFill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426245"/>
              </p:ext>
            </p:extLst>
          </p:nvPr>
        </p:nvGraphicFramePr>
        <p:xfrm>
          <a:off x="1188881" y="1743970"/>
          <a:ext cx="10540057" cy="38523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8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8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bg1"/>
                          </a:solidFill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어플리케이션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bg1"/>
                          </a:solidFill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디바이스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bg1"/>
                          </a:solidFill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특허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>
                          <a:solidFill>
                            <a:schemeClr val="bg1"/>
                          </a:solidFill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논문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굿 슬립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Smart Watch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수면상태 감지를 위한 침대 시스템</a:t>
                      </a:r>
                      <a:b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</a:br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1020130144024</a:t>
                      </a:r>
                      <a:endParaRPr lang="ko-KR" altLang="en-US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Implementation of Heart Rate Monitoring System using PPG Sensor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런타스틱</a:t>
                      </a:r>
                      <a:r>
                        <a:rPr lang="ko-KR" altLang="en-US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ko-KR" altLang="en-US" sz="16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슬립베터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Smart Bed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수면 유도 장치 및 이를 이용한 수면 유도 방법</a:t>
                      </a:r>
                      <a:endParaRPr lang="en-US" altLang="ko-KR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1020080119691</a:t>
                      </a:r>
                      <a:endParaRPr lang="ko-KR" altLang="en-US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Heart rate monitoring and predictability of diabetes using</a:t>
                      </a:r>
                    </a:p>
                    <a:p>
                      <a:pPr algn="ctr" latinLnBrk="1"/>
                      <a:r>
                        <a:rPr lang="en-US" altLang="ko-KR" sz="12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ballistocardiogram</a:t>
                      </a:r>
                      <a:endParaRPr lang="ko-KR" altLang="en-US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Auto Sleep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Dream</a:t>
                      </a:r>
                      <a:r>
                        <a:rPr lang="ko-KR" altLang="en-US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Light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심탄도를</a:t>
                      </a:r>
                      <a:r>
                        <a:rPr lang="ko-KR" altLang="en-US" sz="11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신호를 이용한 </a:t>
                      </a:r>
                      <a:r>
                        <a:rPr lang="ko-KR" altLang="en-US" sz="11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심박</a:t>
                      </a:r>
                      <a:r>
                        <a:rPr lang="ko-KR" altLang="en-US" sz="11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검출 방법 및 그 장치</a:t>
                      </a:r>
                      <a:endParaRPr lang="en-US" altLang="ko-KR" sz="11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1020160022602</a:t>
                      </a:r>
                      <a:endParaRPr lang="ko-KR" altLang="en-US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A Study on Heart Rate Calculation Method from </a:t>
                      </a:r>
                      <a:r>
                        <a:rPr lang="en-US" altLang="ko-KR" sz="12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Ballistocardiography</a:t>
                      </a:r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Signal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Pillow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ZEEQ Smart Pillow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의자형 </a:t>
                      </a:r>
                      <a:r>
                        <a:rPr lang="ko-KR" altLang="en-US" sz="12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무구속</a:t>
                      </a:r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ko-KR" altLang="en-US" sz="12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심탄도</a:t>
                      </a:r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측정시스템</a:t>
                      </a:r>
                      <a:endParaRPr lang="en-US" altLang="ko-KR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100930107B1</a:t>
                      </a:r>
                      <a:endParaRPr lang="ko-KR" altLang="en-US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Development of PPG Pillow System for Unconstrained Respiration and Heart Rate Monitoring during Sleep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Sleeptic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Somnox</a:t>
                      </a:r>
                      <a:r>
                        <a:rPr lang="en-US" altLang="ko-KR" sz="16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Sleep Robot</a:t>
                      </a:r>
                      <a:endParaRPr lang="ko-KR" altLang="en-US" sz="16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무구속</a:t>
                      </a:r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수면상태 판단 장치</a:t>
                      </a:r>
                      <a:endParaRPr lang="en-US" altLang="ko-KR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100927643B1</a:t>
                      </a:r>
                      <a:endParaRPr lang="ko-KR" altLang="en-US" sz="1200"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침대에서의 수면상태에 따른 </a:t>
                      </a:r>
                      <a:r>
                        <a:rPr lang="ko-KR" altLang="en-US" sz="12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무구속</a:t>
                      </a:r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ko-KR" altLang="en-US" sz="1200" err="1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심박변이도</a:t>
                      </a:r>
                      <a:r>
                        <a:rPr lang="ko-KR" altLang="en-US" sz="1200"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획득 및 숙면판단 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9" name="직선 연결선 8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4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BA47B9-2147-4E6A-BC19-178B3271876C}"/>
              </a:ext>
            </a:extLst>
          </p:cNvPr>
          <p:cNvSpPr txBox="1"/>
          <p:nvPr/>
        </p:nvSpPr>
        <p:spPr>
          <a:xfrm>
            <a:off x="1188881" y="323244"/>
            <a:ext cx="11945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관련연구</a:t>
            </a:r>
          </a:p>
        </p:txBody>
      </p:sp>
    </p:spTree>
    <p:extLst>
      <p:ext uri="{BB962C8B-B14F-4D97-AF65-F5344CB8AC3E}">
        <p14:creationId xmlns:p14="http://schemas.microsoft.com/office/powerpoint/2010/main" val="384762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/>
          <p:cNvCxnSpPr/>
          <p:nvPr/>
        </p:nvCxnSpPr>
        <p:spPr>
          <a:xfrm>
            <a:off x="12192000" y="3487618"/>
            <a:ext cx="0" cy="401910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5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881" y="323244"/>
            <a:ext cx="11961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연구목표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3199FBE-B27E-496E-BF09-653B6FFEDBA5}"/>
              </a:ext>
            </a:extLst>
          </p:cNvPr>
          <p:cNvGrpSpPr/>
          <p:nvPr/>
        </p:nvGrpSpPr>
        <p:grpSpPr>
          <a:xfrm>
            <a:off x="2224978" y="471567"/>
            <a:ext cx="6580504" cy="6300878"/>
            <a:chOff x="189022" y="0"/>
            <a:chExt cx="7256387" cy="667643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7B8575B-00E8-4EF8-B8B1-B9B109226F65}"/>
                </a:ext>
              </a:extLst>
            </p:cNvPr>
            <p:cNvGrpSpPr/>
            <p:nvPr/>
          </p:nvGrpSpPr>
          <p:grpSpPr>
            <a:xfrm>
              <a:off x="2574599" y="1759980"/>
              <a:ext cx="2331876" cy="1173713"/>
              <a:chOff x="2574603" y="1759980"/>
              <a:chExt cx="7348455" cy="3611639"/>
            </a:xfrm>
          </p:grpSpPr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1C217C01-BB95-469E-ABFE-73E600E4DA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868" b="27904"/>
              <a:stretch/>
            </p:blipFill>
            <p:spPr>
              <a:xfrm>
                <a:off x="2574603" y="1904519"/>
                <a:ext cx="7348455" cy="346710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8B5B8FD-F3A2-4F69-9AD1-40AB82FA5B4F}"/>
                  </a:ext>
                </a:extLst>
              </p:cNvPr>
              <p:cNvGrpSpPr/>
              <p:nvPr/>
            </p:nvGrpSpPr>
            <p:grpSpPr>
              <a:xfrm>
                <a:off x="4547030" y="1759980"/>
                <a:ext cx="3403599" cy="2650069"/>
                <a:chOff x="4547030" y="1759980"/>
                <a:chExt cx="3403599" cy="2650069"/>
              </a:xfrm>
            </p:grpSpPr>
            <p:pic>
              <p:nvPicPr>
                <p:cNvPr id="42" name="그림 41">
                  <a:extLst>
                    <a:ext uri="{FF2B5EF4-FFF2-40B4-BE49-F238E27FC236}">
                      <a16:creationId xmlns:a16="http://schemas.microsoft.com/office/drawing/2014/main" id="{5E7EDBCC-855A-4DB9-90BF-E77D175050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7030" y="1759981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43" name="그림 42">
                  <a:extLst>
                    <a:ext uri="{FF2B5EF4-FFF2-40B4-BE49-F238E27FC236}">
                      <a16:creationId xmlns:a16="http://schemas.microsoft.com/office/drawing/2014/main" id="{F365399B-E691-4AD5-A0AD-72C516448C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81563" y="1759980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44" name="그림 43">
                  <a:extLst>
                    <a:ext uri="{FF2B5EF4-FFF2-40B4-BE49-F238E27FC236}">
                      <a16:creationId xmlns:a16="http://schemas.microsoft.com/office/drawing/2014/main" id="{52543D07-471F-48CC-931F-A46CCCA1D2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16096" y="1759980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45" name="그림 44">
                  <a:extLst>
                    <a:ext uri="{FF2B5EF4-FFF2-40B4-BE49-F238E27FC236}">
                      <a16:creationId xmlns:a16="http://schemas.microsoft.com/office/drawing/2014/main" id="{88A28755-E23E-4A32-9F66-644911D2C0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7030" y="2517749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46" name="그림 45">
                  <a:extLst>
                    <a:ext uri="{FF2B5EF4-FFF2-40B4-BE49-F238E27FC236}">
                      <a16:creationId xmlns:a16="http://schemas.microsoft.com/office/drawing/2014/main" id="{8D3E6F0B-3011-4CFE-B44E-92973D0195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81563" y="2517748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47" name="그림 46">
                  <a:extLst>
                    <a:ext uri="{FF2B5EF4-FFF2-40B4-BE49-F238E27FC236}">
                      <a16:creationId xmlns:a16="http://schemas.microsoft.com/office/drawing/2014/main" id="{E80DA1FB-DFA0-4E2E-9387-785E378BFA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16096" y="2517748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48" name="그림 47">
                  <a:extLst>
                    <a:ext uri="{FF2B5EF4-FFF2-40B4-BE49-F238E27FC236}">
                      <a16:creationId xmlns:a16="http://schemas.microsoft.com/office/drawing/2014/main" id="{3A1912DC-3F50-4BD3-A2C4-B1BCE78C39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7030" y="3275516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49" name="그림 48">
                  <a:extLst>
                    <a:ext uri="{FF2B5EF4-FFF2-40B4-BE49-F238E27FC236}">
                      <a16:creationId xmlns:a16="http://schemas.microsoft.com/office/drawing/2014/main" id="{76BC2C09-755C-4460-99EE-D5E57AC0EE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81563" y="3275515"/>
                  <a:ext cx="1134533" cy="1134533"/>
                </a:xfrm>
                <a:prstGeom prst="rect">
                  <a:avLst/>
                </a:prstGeom>
              </p:spPr>
            </p:pic>
            <p:pic>
              <p:nvPicPr>
                <p:cNvPr id="50" name="그림 49">
                  <a:extLst>
                    <a:ext uri="{FF2B5EF4-FFF2-40B4-BE49-F238E27FC236}">
                      <a16:creationId xmlns:a16="http://schemas.microsoft.com/office/drawing/2014/main" id="{70837C83-DAD9-4DF5-8049-672FFA78DD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16096" y="3275515"/>
                  <a:ext cx="1134533" cy="1134533"/>
                </a:xfrm>
                <a:prstGeom prst="rect">
                  <a:avLst/>
                </a:prstGeom>
              </p:spPr>
            </p:pic>
          </p:grp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DB413AF-52EC-4C54-BE3C-BF82D6137DAC}"/>
                </a:ext>
              </a:extLst>
            </p:cNvPr>
            <p:cNvSpPr/>
            <p:nvPr/>
          </p:nvSpPr>
          <p:spPr>
            <a:xfrm>
              <a:off x="5965516" y="1930638"/>
              <a:ext cx="1479893" cy="1003056"/>
            </a:xfrm>
            <a:prstGeom prst="rect">
              <a:avLst/>
            </a:prstGeom>
            <a:solidFill>
              <a:srgbClr val="EE8D95"/>
            </a:solidFill>
            <a:ln>
              <a:solidFill>
                <a:srgbClr val="EE8D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1">
                <a:spcAft>
                  <a:spcPts val="0"/>
                </a:spcAft>
              </a:pP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N*M 배</a:t>
              </a:r>
              <a:r>
                <a:rPr lang="ko-KR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치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pPr algn="ctr" latinLnBrk="1">
                <a:spcAft>
                  <a:spcPts val="0"/>
                </a:spcAft>
              </a:pP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 </a:t>
              </a:r>
              <a:r>
                <a:rPr lang="en-US" sz="105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압전</a:t>
              </a: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 </a:t>
              </a:r>
              <a:r>
                <a:rPr lang="en-US" sz="105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센서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pPr algn="ctr" latinLnBrk="1">
                <a:spcAft>
                  <a:spcPts val="0"/>
                </a:spcAft>
              </a:pP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Real time </a:t>
              </a:r>
              <a:r>
                <a:rPr lang="en-US" sz="105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측정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F8668ED-B088-4195-8568-2A0480788628}"/>
                </a:ext>
              </a:extLst>
            </p:cNvPr>
            <p:cNvSpPr/>
            <p:nvPr/>
          </p:nvSpPr>
          <p:spPr>
            <a:xfrm>
              <a:off x="5936958" y="4006325"/>
              <a:ext cx="1479894" cy="690564"/>
            </a:xfrm>
            <a:prstGeom prst="rect">
              <a:avLst/>
            </a:prstGeom>
            <a:solidFill>
              <a:srgbClr val="EE8D95"/>
            </a:solidFill>
            <a:ln>
              <a:solidFill>
                <a:srgbClr val="EE8D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1">
                <a:spcAft>
                  <a:spcPts val="0"/>
                </a:spcAft>
              </a:pP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Pose Estimation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143A1A65-C3ED-4351-BCCB-136D35669CEB}"/>
                </a:ext>
              </a:extLst>
            </p:cNvPr>
            <p:cNvSpPr/>
            <p:nvPr/>
          </p:nvSpPr>
          <p:spPr>
            <a:xfrm rot="16200000">
              <a:off x="3403508" y="1104160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5B865A4-9BA5-4E7B-A032-DD7CFFA5DCBC}"/>
                </a:ext>
              </a:extLst>
            </p:cNvPr>
            <p:cNvSpPr/>
            <p:nvPr/>
          </p:nvSpPr>
          <p:spPr>
            <a:xfrm>
              <a:off x="3008575" y="236110"/>
              <a:ext cx="1557143" cy="497456"/>
            </a:xfrm>
            <a:prstGeom prst="rect">
              <a:avLst/>
            </a:prstGeom>
            <a:solidFill>
              <a:srgbClr val="EE8D95"/>
            </a:solidFill>
            <a:ln>
              <a:solidFill>
                <a:srgbClr val="EE8D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1">
                <a:spcAft>
                  <a:spcPts val="0"/>
                </a:spcAft>
              </a:pPr>
              <a:r>
                <a:rPr lang="en-US" sz="10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실제</a:t>
              </a:r>
              <a:r>
                <a:rPr lang="en-US" sz="10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 </a:t>
              </a:r>
              <a:r>
                <a:rPr lang="en-US" sz="10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자세</a:t>
              </a:r>
              <a:r>
                <a:rPr lang="en-US" sz="10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 </a:t>
              </a:r>
              <a:r>
                <a:rPr lang="en-US" sz="10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입력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03D3F83-4377-4C33-9ADE-0130DD565A23}"/>
                </a:ext>
              </a:extLst>
            </p:cNvPr>
            <p:cNvSpPr/>
            <p:nvPr/>
          </p:nvSpPr>
          <p:spPr>
            <a:xfrm>
              <a:off x="6149949" y="0"/>
              <a:ext cx="1067585" cy="909745"/>
            </a:xfrm>
            <a:prstGeom prst="ellipse">
              <a:avLst/>
            </a:prstGeom>
            <a:solidFill>
              <a:srgbClr val="EE8D95"/>
            </a:solidFill>
            <a:ln>
              <a:solidFill>
                <a:srgbClr val="EE8D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1">
                <a:spcAft>
                  <a:spcPts val="0"/>
                </a:spcAft>
              </a:pPr>
              <a:r>
                <a:rPr lang="en-US" sz="9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Pose Estimation </a:t>
              </a:r>
              <a:r>
                <a:rPr lang="en-US" sz="9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알고리즘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6FF8137D-AD08-4C26-97B2-7DD2B53E0BA6}"/>
                </a:ext>
              </a:extLst>
            </p:cNvPr>
            <p:cNvSpPr/>
            <p:nvPr/>
          </p:nvSpPr>
          <p:spPr>
            <a:xfrm>
              <a:off x="5127873" y="346540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DFC38FF9-DB07-4861-9273-7954DA09AEFA}"/>
                </a:ext>
              </a:extLst>
            </p:cNvPr>
            <p:cNvSpPr/>
            <p:nvPr/>
          </p:nvSpPr>
          <p:spPr>
            <a:xfrm>
              <a:off x="5127873" y="2123770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20C6914C-BBCB-4E65-85D2-840F23A780A0}"/>
                </a:ext>
              </a:extLst>
            </p:cNvPr>
            <p:cNvSpPr/>
            <p:nvPr/>
          </p:nvSpPr>
          <p:spPr>
            <a:xfrm rot="16200000">
              <a:off x="6246963" y="1214725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BFDAA75A-1DA0-4E97-9F37-34607F4C28F5}"/>
                </a:ext>
              </a:extLst>
            </p:cNvPr>
            <p:cNvSpPr/>
            <p:nvPr/>
          </p:nvSpPr>
          <p:spPr>
            <a:xfrm rot="5400000">
              <a:off x="6511047" y="1214725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C36B0B1-5FE6-4F5C-A4FF-0A132A6592F0}"/>
                </a:ext>
              </a:extLst>
            </p:cNvPr>
            <p:cNvSpPr/>
            <p:nvPr/>
          </p:nvSpPr>
          <p:spPr>
            <a:xfrm>
              <a:off x="189022" y="1944330"/>
              <a:ext cx="1479894" cy="690564"/>
            </a:xfrm>
            <a:prstGeom prst="rect">
              <a:avLst/>
            </a:prstGeom>
            <a:solidFill>
              <a:srgbClr val="EE8D95"/>
            </a:solidFill>
            <a:ln>
              <a:solidFill>
                <a:srgbClr val="EE8D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1">
                <a:spcAft>
                  <a:spcPts val="0"/>
                </a:spcAft>
              </a:pPr>
              <a:r>
                <a:rPr lang="en-US" sz="10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수면</a:t>
              </a:r>
              <a:r>
                <a:rPr lang="en-US" sz="10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 </a:t>
              </a:r>
              <a:r>
                <a:rPr lang="en-US" sz="10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품질</a:t>
              </a:r>
              <a:r>
                <a:rPr lang="en-US" sz="10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 </a:t>
              </a:r>
              <a:r>
                <a:rPr lang="en-US" sz="10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측정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pPr algn="ctr" latinLnBrk="1">
                <a:spcAft>
                  <a:spcPts val="0"/>
                </a:spcAft>
              </a:pPr>
              <a:r>
                <a:rPr lang="en-US" sz="10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(Smart Watch)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B1660023-5192-4491-AF1E-2E6C5F66EBDE}"/>
                </a:ext>
              </a:extLst>
            </p:cNvPr>
            <p:cNvSpPr/>
            <p:nvPr/>
          </p:nvSpPr>
          <p:spPr>
            <a:xfrm rot="5400000">
              <a:off x="6368432" y="3327396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E7F1715-4414-4332-88D9-4ABF351FC450}"/>
                </a:ext>
              </a:extLst>
            </p:cNvPr>
            <p:cNvSpPr/>
            <p:nvPr/>
          </p:nvSpPr>
          <p:spPr>
            <a:xfrm>
              <a:off x="6091197" y="5687436"/>
              <a:ext cx="1191095" cy="988994"/>
            </a:xfrm>
            <a:prstGeom prst="ellipse">
              <a:avLst/>
            </a:prstGeom>
            <a:solidFill>
              <a:srgbClr val="EE8D95"/>
            </a:solidFill>
            <a:ln>
              <a:solidFill>
                <a:srgbClr val="EE8D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1">
                <a:spcAft>
                  <a:spcPts val="0"/>
                </a:spcAft>
              </a:pPr>
              <a:r>
                <a:rPr lang="ko-KR" sz="9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자세 </a:t>
              </a:r>
              <a:r>
                <a:rPr lang="en-US" sz="9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–</a:t>
              </a:r>
              <a:r>
                <a:rPr lang="ko-KR" sz="900" kern="1200" err="1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수면품질</a:t>
              </a:r>
              <a:r>
                <a:rPr lang="ko-KR" sz="9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 관계</a:t>
              </a:r>
              <a:endParaRPr lang="en-US" altLang="ko-KR" sz="900" kern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  <a:cs typeface="Arial" panose="020B0604020202020204" pitchFamily="34" charset="0"/>
              </a:endParaRPr>
            </a:p>
            <a:p>
              <a:pPr algn="ctr" latinLnBrk="1">
                <a:spcAft>
                  <a:spcPts val="0"/>
                </a:spcAft>
              </a:pPr>
              <a:r>
                <a:rPr lang="ko-KR" sz="90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모델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2" name="화살표: 오른쪽 31">
              <a:extLst>
                <a:ext uri="{FF2B5EF4-FFF2-40B4-BE49-F238E27FC236}">
                  <a16:creationId xmlns:a16="http://schemas.microsoft.com/office/drawing/2014/main" id="{1DA2B452-F6F6-4400-9E48-F0A3AAFB5118}"/>
                </a:ext>
              </a:extLst>
            </p:cNvPr>
            <p:cNvSpPr/>
            <p:nvPr/>
          </p:nvSpPr>
          <p:spPr>
            <a:xfrm rot="5400000">
              <a:off x="-762602" y="4456292"/>
              <a:ext cx="3429002" cy="79054"/>
            </a:xfrm>
            <a:prstGeom prst="rightArrow">
              <a:avLst>
                <a:gd name="adj1" fmla="val 100000"/>
                <a:gd name="adj2" fmla="val 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2752B064-AB20-46C9-BBEC-DBCB0BE8F247}"/>
                </a:ext>
              </a:extLst>
            </p:cNvPr>
            <p:cNvSpPr/>
            <p:nvPr/>
          </p:nvSpPr>
          <p:spPr>
            <a:xfrm rot="5400000">
              <a:off x="6246964" y="5049549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FE198192-D3EC-467C-93D1-3B5141AB18EB}"/>
                </a:ext>
              </a:extLst>
            </p:cNvPr>
            <p:cNvSpPr/>
            <p:nvPr/>
          </p:nvSpPr>
          <p:spPr>
            <a:xfrm rot="16200000">
              <a:off x="6511046" y="5049549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83F96647-1EF2-4EDE-B0AC-C03039E6D143}"/>
                </a:ext>
              </a:extLst>
            </p:cNvPr>
            <p:cNvSpPr/>
            <p:nvPr/>
          </p:nvSpPr>
          <p:spPr>
            <a:xfrm rot="10800000">
              <a:off x="1827926" y="2123219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5E1CA5A1-6246-4165-90D4-1D62EB5A798E}"/>
                </a:ext>
              </a:extLst>
            </p:cNvPr>
            <p:cNvSpPr/>
            <p:nvPr/>
          </p:nvSpPr>
          <p:spPr>
            <a:xfrm>
              <a:off x="912371" y="6093996"/>
              <a:ext cx="4889558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7" name="화살표: 오른쪽 36">
              <a:extLst>
                <a:ext uri="{FF2B5EF4-FFF2-40B4-BE49-F238E27FC236}">
                  <a16:creationId xmlns:a16="http://schemas.microsoft.com/office/drawing/2014/main" id="{B511C64C-7272-4614-BCE6-795B37DB4496}"/>
                </a:ext>
              </a:extLst>
            </p:cNvPr>
            <p:cNvSpPr/>
            <p:nvPr/>
          </p:nvSpPr>
          <p:spPr>
            <a:xfrm rot="10800000">
              <a:off x="5123924" y="4228618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C367DE2-5ACC-4934-929D-35BF8DEBFB6D}"/>
                </a:ext>
              </a:extLst>
            </p:cNvPr>
            <p:cNvSpPr/>
            <p:nvPr/>
          </p:nvSpPr>
          <p:spPr>
            <a:xfrm>
              <a:off x="2997915" y="4029041"/>
              <a:ext cx="1479894" cy="690564"/>
            </a:xfrm>
            <a:prstGeom prst="rect">
              <a:avLst/>
            </a:prstGeom>
            <a:solidFill>
              <a:srgbClr val="EE8D95"/>
            </a:solidFill>
            <a:ln>
              <a:solidFill>
                <a:srgbClr val="EE8D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1">
                <a:spcAft>
                  <a:spcPts val="0"/>
                </a:spcAft>
              </a:pP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Feedback HW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pPr algn="ctr" latinLnBrk="1">
                <a:spcAft>
                  <a:spcPts val="0"/>
                </a:spcAft>
              </a:pP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(</a:t>
              </a:r>
              <a:r>
                <a:rPr lang="ko-KR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수면 품질 개선</a:t>
              </a:r>
              <a:r>
                <a:rPr lang="en-US" sz="1050" kern="1200">
                  <a:solidFill>
                    <a:schemeClr val="bg1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  <a:cs typeface="Arial" panose="020B0604020202020204" pitchFamily="34" charset="0"/>
                </a:rPr>
                <a:t>)</a:t>
              </a:r>
              <a:endParaRPr lang="ko-KR" sz="1200">
                <a:solidFill>
                  <a:schemeClr val="bg1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89ACB88A-65E9-49E3-AD44-53A060402F12}"/>
                </a:ext>
              </a:extLst>
            </p:cNvPr>
            <p:cNvSpPr/>
            <p:nvPr/>
          </p:nvSpPr>
          <p:spPr>
            <a:xfrm rot="16200000">
              <a:off x="3400837" y="3312464"/>
              <a:ext cx="674057" cy="285227"/>
            </a:xfrm>
            <a:prstGeom prst="rightArrow">
              <a:avLst>
                <a:gd name="adj1" fmla="val 28687"/>
                <a:gd name="adj2" fmla="val 48610"/>
              </a:avLst>
            </a:prstGeom>
            <a:solidFill>
              <a:srgbClr val="EE8D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017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/>
          <p:cNvCxnSpPr/>
          <p:nvPr/>
        </p:nvCxnSpPr>
        <p:spPr>
          <a:xfrm>
            <a:off x="12192000" y="3487618"/>
            <a:ext cx="0" cy="401910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6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881" y="323244"/>
            <a:ext cx="6896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예산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3EC1D3-DC76-4662-9653-9DC498062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72974"/>
              </p:ext>
            </p:extLst>
          </p:nvPr>
        </p:nvGraphicFramePr>
        <p:xfrm>
          <a:off x="1188880" y="1168846"/>
          <a:ext cx="10133776" cy="50989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91718">
                  <a:extLst>
                    <a:ext uri="{9D8B030D-6E8A-4147-A177-3AD203B41FA5}">
                      <a16:colId xmlns:a16="http://schemas.microsoft.com/office/drawing/2014/main" val="1000513741"/>
                    </a:ext>
                  </a:extLst>
                </a:gridCol>
                <a:gridCol w="1948070">
                  <a:extLst>
                    <a:ext uri="{9D8B030D-6E8A-4147-A177-3AD203B41FA5}">
                      <a16:colId xmlns:a16="http://schemas.microsoft.com/office/drawing/2014/main" val="2772360618"/>
                    </a:ext>
                  </a:extLst>
                </a:gridCol>
                <a:gridCol w="1117352">
                  <a:extLst>
                    <a:ext uri="{9D8B030D-6E8A-4147-A177-3AD203B41FA5}">
                      <a16:colId xmlns:a16="http://schemas.microsoft.com/office/drawing/2014/main" val="3976179529"/>
                    </a:ext>
                  </a:extLst>
                </a:gridCol>
                <a:gridCol w="2476636">
                  <a:extLst>
                    <a:ext uri="{9D8B030D-6E8A-4147-A177-3AD203B41FA5}">
                      <a16:colId xmlns:a16="http://schemas.microsoft.com/office/drawing/2014/main" val="2379944408"/>
                    </a:ext>
                  </a:extLst>
                </a:gridCol>
              </a:tblGrid>
              <a:tr h="2941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품명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가격</a:t>
                      </a: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(</a:t>
                      </a:r>
                      <a:r>
                        <a:rPr lang="ko-KR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원</a:t>
                      </a: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)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수량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총 가격</a:t>
                      </a: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(</a:t>
                      </a:r>
                      <a:r>
                        <a:rPr lang="ko-KR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원</a:t>
                      </a: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)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72861"/>
                  </a:ext>
                </a:extLst>
              </a:tr>
              <a:tr h="3210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라즈베리파이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4B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79750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79750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1100425959"/>
                  </a:ext>
                </a:extLst>
              </a:tr>
              <a:tr h="6640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라즈베리파이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GPIO 40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핀 케이블 및</a:t>
                      </a:r>
                      <a:r>
                        <a:rPr lang="en-US" alt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ko-KR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코블러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모듈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2200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2200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2040731159"/>
                  </a:ext>
                </a:extLst>
              </a:tr>
              <a:tr h="3210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브레드보드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880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880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3722119848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샌디스크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en-US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microsd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16GB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4950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4950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4293058017"/>
                  </a:ext>
                </a:extLst>
              </a:tr>
              <a:tr h="3210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10mm 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코인형 진동모터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1100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3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3300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690698861"/>
                  </a:ext>
                </a:extLst>
              </a:tr>
              <a:tr h="33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10mm </a:t>
                      </a:r>
                      <a:r>
                        <a:rPr lang="ko-KR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피에조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 </a:t>
                      </a:r>
                      <a:r>
                        <a:rPr lang="ko-KR" sz="1200" b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엘리먼트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770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15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11550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1775418840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40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핀 커넥터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M-M (10cm)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990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990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369405888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40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핀 커넥터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M-F (30cm)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1100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3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3300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4102426875"/>
                  </a:ext>
                </a:extLst>
              </a:tr>
              <a:tr h="33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5V 3A DC 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어댑터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4241714756"/>
                  </a:ext>
                </a:extLst>
              </a:tr>
              <a:tr h="33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막대저항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1M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옴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20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개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298746556"/>
                  </a:ext>
                </a:extLst>
              </a:tr>
              <a:tr h="33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막대저항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10K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옴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20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개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142087343"/>
                  </a:ext>
                </a:extLst>
              </a:tr>
              <a:tr h="33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막대저항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100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옴 </a:t>
                      </a:r>
                      <a:r>
                        <a:rPr lang="en-US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20</a:t>
                      </a:r>
                      <a:r>
                        <a:rPr lang="ko-KR" sz="12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개</a:t>
                      </a:r>
                      <a:endParaRPr lang="ko-KR" sz="12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550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2018570717"/>
                  </a:ext>
                </a:extLst>
              </a:tr>
              <a:tr h="321051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Total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>
                    <a:solidFill>
                      <a:srgbClr val="EE8D9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b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114070</a:t>
                      </a:r>
                      <a:endParaRPr lang="ko-KR" sz="900" b="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50992" marR="50992" marT="0" marB="0"/>
                </a:tc>
                <a:extLst>
                  <a:ext uri="{0D108BD9-81ED-4DB2-BD59-A6C34878D82A}">
                    <a16:rowId xmlns:a16="http://schemas.microsoft.com/office/drawing/2014/main" val="333173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40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/>
          <p:cNvCxnSpPr/>
          <p:nvPr/>
        </p:nvCxnSpPr>
        <p:spPr>
          <a:xfrm>
            <a:off x="12192000" y="3487618"/>
            <a:ext cx="0" cy="401910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rgbClr val="EE8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6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881" y="323244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latin typeface="a타이틀고딕4" panose="02020600000000000000" pitchFamily="18" charset="-127"/>
                <a:ea typeface="a타이틀고딕4" panose="02020600000000000000" pitchFamily="18" charset="-127"/>
              </a:rPr>
              <a:t>계획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3EC1D3-DC76-4662-9653-9DC498062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01537"/>
              </p:ext>
            </p:extLst>
          </p:nvPr>
        </p:nvGraphicFramePr>
        <p:xfrm>
          <a:off x="1188879" y="1168847"/>
          <a:ext cx="10300747" cy="5303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6731">
                  <a:extLst>
                    <a:ext uri="{9D8B030D-6E8A-4147-A177-3AD203B41FA5}">
                      <a16:colId xmlns:a16="http://schemas.microsoft.com/office/drawing/2014/main" val="1000513741"/>
                    </a:ext>
                  </a:extLst>
                </a:gridCol>
                <a:gridCol w="6854016">
                  <a:extLst>
                    <a:ext uri="{9D8B030D-6E8A-4147-A177-3AD203B41FA5}">
                      <a16:colId xmlns:a16="http://schemas.microsoft.com/office/drawing/2014/main" val="2772360618"/>
                    </a:ext>
                  </a:extLst>
                </a:gridCol>
              </a:tblGrid>
              <a:tr h="2698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Week</a:t>
                      </a:r>
                      <a:endParaRPr lang="ko-KR" sz="105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Plan</a:t>
                      </a:r>
                      <a:endParaRPr lang="ko-KR" sz="105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72861"/>
                  </a:ext>
                </a:extLst>
              </a:tr>
              <a:tr h="2698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1, 2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Proposal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완성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F8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394239"/>
                  </a:ext>
                </a:extLst>
              </a:tr>
              <a:tr h="3965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3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물품 주문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, Galaxy Fit SDK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요청 및 수면 품질 테스트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0425959"/>
                  </a:ext>
                </a:extLst>
              </a:tr>
              <a:tr h="6089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4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HW-</a:t>
                      </a:r>
                      <a:r>
                        <a:rPr lang="ko-KR" sz="1200" i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압전센서를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 이용한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수집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0731159"/>
                  </a:ext>
                </a:extLst>
              </a:tr>
              <a:tr h="3965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5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HW-</a:t>
                      </a:r>
                      <a:r>
                        <a:rPr lang="ko-KR" sz="1200" i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압전센서를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 이용한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pose estimation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개발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2119848"/>
                  </a:ext>
                </a:extLst>
              </a:tr>
              <a:tr h="3965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6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HW-</a:t>
                      </a:r>
                      <a:r>
                        <a:rPr lang="ko-KR" sz="1200" i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압전센서를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 이용한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pose estimation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개발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3058017"/>
                  </a:ext>
                </a:extLst>
              </a:tr>
              <a:tr h="2944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7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중간 발표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demo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준비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0698861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8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중간 발표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5418840"/>
                  </a:ext>
                </a:extLst>
              </a:tr>
              <a:tr h="3965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9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수면 자세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품질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Model data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수집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405888"/>
                  </a:ext>
                </a:extLst>
              </a:tr>
              <a:tr h="3662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10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수면 자세와 품질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Model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개발 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2426875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11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수면 자세와 품질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Model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개발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714756"/>
                  </a:ext>
                </a:extLst>
              </a:tr>
              <a:tr h="3965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12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수면 자세를 통한 </a:t>
                      </a:r>
                      <a:r>
                        <a:rPr lang="en-US" sz="1200" i="0" err="1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FeedBack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시스템 구축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746556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13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시스템 완성 및 피드백 보완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087343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14, 15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최종 발표 </a:t>
                      </a: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demo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8570717"/>
                  </a:ext>
                </a:extLst>
              </a:tr>
              <a:tr h="2944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16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E8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Final Report </a:t>
                      </a:r>
                      <a:r>
                        <a:rPr lang="ko-KR" sz="1200" i="0">
                          <a:effectLst/>
                          <a:latin typeface="a타이틀고딕2" panose="02020600000000000000" pitchFamily="18" charset="-127"/>
                          <a:ea typeface="a타이틀고딕2" panose="02020600000000000000" pitchFamily="18" charset="-127"/>
                          <a:cs typeface="Arial" panose="020B0604020202020204" pitchFamily="34" charset="0"/>
                        </a:rPr>
                        <a:t>완성</a:t>
                      </a:r>
                      <a:endParaRPr lang="ko-KR" sz="1200" i="1">
                        <a:effectLst/>
                        <a:latin typeface="a타이틀고딕2" panose="02020600000000000000" pitchFamily="18" charset="-127"/>
                        <a:ea typeface="a타이틀고딕2" panose="02020600000000000000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173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8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99187" y="2828835"/>
            <a:ext cx="46089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b="1" spc="-300">
                <a:solidFill>
                  <a:schemeClr val="accent1">
                    <a:alpha val="70000"/>
                  </a:schemeClr>
                </a:solidFill>
              </a:rPr>
              <a:t>감사합니다</a:t>
            </a:r>
            <a:endParaRPr lang="en-US" altLang="ko-KR" sz="7200" b="1" spc="-300">
              <a:solidFill>
                <a:schemeClr val="accent1">
                  <a:alpha val="70000"/>
                </a:schemeClr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 flipH="1">
            <a:off x="707047" y="2348030"/>
            <a:ext cx="3376734" cy="1866900"/>
            <a:chOff x="8162925" y="2495550"/>
            <a:chExt cx="3376734" cy="1866900"/>
          </a:xfrm>
        </p:grpSpPr>
        <p:sp>
          <p:nvSpPr>
            <p:cNvPr id="5" name="이등변 삼각형 4"/>
            <p:cNvSpPr/>
            <p:nvPr/>
          </p:nvSpPr>
          <p:spPr>
            <a:xfrm>
              <a:off x="8162925" y="2495550"/>
              <a:ext cx="2165604" cy="1866900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>
              <a:off x="9374055" y="2495550"/>
              <a:ext cx="2165604" cy="186690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17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065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ED636D"/>
      </a:accent1>
      <a:accent2>
        <a:srgbClr val="FA7D87"/>
      </a:accent2>
      <a:accent3>
        <a:srgbClr val="F8BAA1"/>
      </a:accent3>
      <a:accent4>
        <a:srgbClr val="1097D0"/>
      </a:accent4>
      <a:accent5>
        <a:srgbClr val="016A96"/>
      </a:accent5>
      <a:accent6>
        <a:srgbClr val="898F8D"/>
      </a:accent6>
      <a:hlink>
        <a:srgbClr val="757070"/>
      </a:hlink>
      <a:folHlink>
        <a:srgbClr val="757070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70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82F6C021847F945BC9DEC98BD05FBCB" ma:contentTypeVersion="13" ma:contentTypeDescription="새 문서를 만듭니다." ma:contentTypeScope="" ma:versionID="8354d8df6d59c3b73ceaa620d4a6ef98">
  <xsd:schema xmlns:xsd="http://www.w3.org/2001/XMLSchema" xmlns:xs="http://www.w3.org/2001/XMLSchema" xmlns:p="http://schemas.microsoft.com/office/2006/metadata/properties" xmlns:ns3="feec1f84-c7c8-4c1c-b014-e051deba4d9c" xmlns:ns4="cd160e28-e9d4-45f5-8696-268c2d91fa2a" targetNamespace="http://schemas.microsoft.com/office/2006/metadata/properties" ma:root="true" ma:fieldsID="91414dc22bbffbbbbd27f44c1f90212d" ns3:_="" ns4:_="">
    <xsd:import namespace="feec1f84-c7c8-4c1c-b014-e051deba4d9c"/>
    <xsd:import namespace="cd160e28-e9d4-45f5-8696-268c2d91fa2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c1f84-c7c8-4c1c-b014-e051deba4d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60e28-e9d4-45f5-8696-268c2d91fa2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B91551-986C-4BE2-90AD-2D47045796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FCA396-7FC2-477C-A112-CF4D99B89E6A}">
  <ds:schemaRefs>
    <ds:schemaRef ds:uri="cd160e28-e9d4-45f5-8696-268c2d91fa2a"/>
    <ds:schemaRef ds:uri="feec1f84-c7c8-4c1c-b014-e051deba4d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DCB6A33-C38C-416B-BBF1-A0D7BDFBDA4B}">
  <ds:schemaRefs>
    <ds:schemaRef ds:uri="cd160e28-e9d4-45f5-8696-268c2d91fa2a"/>
    <ds:schemaRef ds:uri="feec1f84-c7c8-4c1c-b014-e051deba4d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revision>1</cp:revision>
  <dcterms:created xsi:type="dcterms:W3CDTF">2015-01-21T11:35:38Z</dcterms:created>
  <dcterms:modified xsi:type="dcterms:W3CDTF">2021-03-09T07:30:08Z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0x010100282F6C021847F945BC9DEC98BD05FBCB</vt:lpwstr>
  </property>
</Properties>
</file>